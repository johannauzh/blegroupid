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0" r:id="rId2"/>
    <p:sldId id="273" r:id="rId3"/>
    <p:sldId id="274" r:id="rId4"/>
    <p:sldId id="316" r:id="rId5"/>
    <p:sldId id="314" r:id="rId6"/>
    <p:sldId id="298" r:id="rId7"/>
    <p:sldId id="293" r:id="rId8"/>
    <p:sldId id="319" r:id="rId9"/>
    <p:sldId id="320" r:id="rId10"/>
    <p:sldId id="334" r:id="rId11"/>
    <p:sldId id="340" r:id="rId12"/>
    <p:sldId id="321" r:id="rId13"/>
    <p:sldId id="322" r:id="rId14"/>
    <p:sldId id="323" r:id="rId15"/>
    <p:sldId id="336" r:id="rId16"/>
    <p:sldId id="341" r:id="rId17"/>
    <p:sldId id="324" r:id="rId18"/>
    <p:sldId id="288" r:id="rId19"/>
    <p:sldId id="318" r:id="rId20"/>
    <p:sldId id="339" r:id="rId21"/>
    <p:sldId id="342" r:id="rId22"/>
    <p:sldId id="333" r:id="rId23"/>
    <p:sldId id="335" r:id="rId24"/>
    <p:sldId id="330" r:id="rId25"/>
    <p:sldId id="332" r:id="rId26"/>
    <p:sldId id="331" r:id="rId27"/>
    <p:sldId id="337" r:id="rId28"/>
  </p:sldIdLst>
  <p:sldSz cx="12192000" cy="6858000"/>
  <p:notesSz cx="6400800" cy="8686800"/>
  <p:defaultTextStyle>
    <a:defPPr>
      <a:defRPr lang="de-CH"/>
    </a:defPPr>
    <a:lvl1pPr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53" userDrawn="1">
          <p15:clr>
            <a:srgbClr val="A4A3A4"/>
          </p15:clr>
        </p15:guide>
        <p15:guide id="8" pos="4861" userDrawn="1">
          <p15:clr>
            <a:srgbClr val="A4A3A4"/>
          </p15:clr>
        </p15:guide>
        <p15:guide id="9" pos="5065" userDrawn="1">
          <p15:clr>
            <a:srgbClr val="A4A3A4"/>
          </p15:clr>
        </p15:guide>
        <p15:guide id="10" pos="7106" userDrawn="1">
          <p15:clr>
            <a:srgbClr val="A4A3A4"/>
          </p15:clr>
        </p15:guide>
        <p15:guide id="11" pos="2819" userDrawn="1">
          <p15:clr>
            <a:srgbClr val="A4A3A4"/>
          </p15:clr>
        </p15:guide>
        <p15:guide id="12" pos="2615" userDrawn="1">
          <p15:clr>
            <a:srgbClr val="A4A3A4"/>
          </p15:clr>
        </p15:guide>
        <p15:guide id="13" pos="574" userDrawn="1">
          <p15:clr>
            <a:srgbClr val="A4A3A4"/>
          </p15:clr>
        </p15:guide>
        <p15:guide id="14" orient="horz" pos="799" userDrawn="1">
          <p15:clr>
            <a:srgbClr val="A4A3A4"/>
          </p15:clr>
        </p15:guide>
        <p15:guide id="15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3A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C26E9-5C4A-428C-A8E8-401D05876AFF}" v="38" dt="2025-04-02T21:43:25.520"/>
    <p1510:client id="{E2C75911-DBA4-4E62-965C-AF22C2ACA3DB}" v="129" dt="2025-04-02T21:50:19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82446" autoAdjust="0"/>
  </p:normalViewPr>
  <p:slideViewPr>
    <p:cSldViewPr snapToObjects="1">
      <p:cViewPr varScale="1">
        <p:scale>
          <a:sx n="52" d="100"/>
          <a:sy n="52" d="100"/>
        </p:scale>
        <p:origin x="1264" y="48"/>
      </p:cViewPr>
      <p:guideLst>
        <p:guide orient="horz" pos="709"/>
        <p:guide orient="horz" pos="1389"/>
        <p:guide orient="horz" pos="3838"/>
        <p:guide pos="3840"/>
        <p:guide pos="3727"/>
        <p:guide pos="3953"/>
        <p:guide pos="4861"/>
        <p:guide pos="5065"/>
        <p:guide pos="7106"/>
        <p:guide pos="2819"/>
        <p:guide pos="2615"/>
        <p:guide pos="574"/>
        <p:guide orient="horz" pos="799"/>
        <p:guide orient="horz" pos="41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9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Meier" userId="e9c0cad6c274b452" providerId="LiveId" clId="{7B8C26E9-5C4A-428C-A8E8-401D05876AFF}"/>
    <pc:docChg chg="undo custSel addSld modSld">
      <pc:chgData name="Joel Meier" userId="e9c0cad6c274b452" providerId="LiveId" clId="{7B8C26E9-5C4A-428C-A8E8-401D05876AFF}" dt="2025-04-03T08:28:23.258" v="283" actId="20577"/>
      <pc:docMkLst>
        <pc:docMk/>
      </pc:docMkLst>
      <pc:sldChg chg="modSp mod">
        <pc:chgData name="Joel Meier" userId="e9c0cad6c274b452" providerId="LiveId" clId="{7B8C26E9-5C4A-428C-A8E8-401D05876AFF}" dt="2025-04-03T08:28:23.258" v="283" actId="20577"/>
        <pc:sldMkLst>
          <pc:docMk/>
          <pc:sldMk cId="3565491165" sldId="270"/>
        </pc:sldMkLst>
        <pc:spChg chg="mod">
          <ac:chgData name="Joel Meier" userId="e9c0cad6c274b452" providerId="LiveId" clId="{7B8C26E9-5C4A-428C-A8E8-401D05876AFF}" dt="2025-04-03T08:28:23.258" v="283" actId="20577"/>
          <ac:spMkLst>
            <pc:docMk/>
            <pc:sldMk cId="3565491165" sldId="270"/>
            <ac:spMk id="3" creationId="{9EF5A8E7-9221-76EB-1BC2-990830E07F6D}"/>
          </ac:spMkLst>
        </pc:spChg>
      </pc:sldChg>
      <pc:sldChg chg="modSp mod">
        <pc:chgData name="Joel Meier" userId="e9c0cad6c274b452" providerId="LiveId" clId="{7B8C26E9-5C4A-428C-A8E8-401D05876AFF}" dt="2025-04-02T21:43:25.520" v="123" actId="20577"/>
        <pc:sldMkLst>
          <pc:docMk/>
          <pc:sldMk cId="1566075193" sldId="273"/>
        </pc:sldMkLst>
        <pc:spChg chg="mod">
          <ac:chgData name="Joel Meier" userId="e9c0cad6c274b452" providerId="LiveId" clId="{7B8C26E9-5C4A-428C-A8E8-401D05876AFF}" dt="2025-04-02T21:43:25.520" v="123" actId="20577"/>
          <ac:spMkLst>
            <pc:docMk/>
            <pc:sldMk cId="1566075193" sldId="273"/>
            <ac:spMk id="3" creationId="{31EA10B7-C3D7-1D20-455D-16051B1CF823}"/>
          </ac:spMkLst>
        </pc:spChg>
      </pc:sldChg>
      <pc:sldChg chg="modSp mod">
        <pc:chgData name="Joel Meier" userId="e9c0cad6c274b452" providerId="LiveId" clId="{7B8C26E9-5C4A-428C-A8E8-401D05876AFF}" dt="2025-03-27T13:11:51.146" v="83" actId="20577"/>
        <pc:sldMkLst>
          <pc:docMk/>
          <pc:sldMk cId="1664705030" sldId="274"/>
        </pc:sldMkLst>
        <pc:spChg chg="mod">
          <ac:chgData name="Joel Meier" userId="e9c0cad6c274b452" providerId="LiveId" clId="{7B8C26E9-5C4A-428C-A8E8-401D05876AFF}" dt="2025-03-27T13:11:51.146" v="83" actId="20577"/>
          <ac:spMkLst>
            <pc:docMk/>
            <pc:sldMk cId="1664705030" sldId="274"/>
            <ac:spMk id="17" creationId="{685BEE92-7210-B5F8-B886-36CDC15F7B0D}"/>
          </ac:spMkLst>
        </pc:spChg>
      </pc:sldChg>
      <pc:sldChg chg="addSp delSp modSp mod modClrScheme chgLayout">
        <pc:chgData name="Joel Meier" userId="e9c0cad6c274b452" providerId="LiveId" clId="{7B8C26E9-5C4A-428C-A8E8-401D05876AFF}" dt="2025-04-03T06:59:36.481" v="248" actId="700"/>
        <pc:sldMkLst>
          <pc:docMk/>
          <pc:sldMk cId="3663394554" sldId="285"/>
        </pc:sldMkLst>
        <pc:spChg chg="mod or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2" creationId="{C8B7200D-ACE2-2916-CB5A-214DAD62C7BC}"/>
          </ac:spMkLst>
        </pc:spChg>
        <pc:spChg chg="del mod">
          <ac:chgData name="Joel Meier" userId="e9c0cad6c274b452" providerId="LiveId" clId="{7B8C26E9-5C4A-428C-A8E8-401D05876AFF}" dt="2025-04-03T06:59:19.770" v="246" actId="21"/>
          <ac:spMkLst>
            <pc:docMk/>
            <pc:sldMk cId="3663394554" sldId="285"/>
            <ac:spMk id="3" creationId="{D5BBAA5E-A465-B123-B35D-57E08F6A7981}"/>
          </ac:spMkLst>
        </pc:spChg>
        <pc:spChg chg="mod or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4" creationId="{55BE070E-9C2F-6A27-0678-8DD7F7ED2582}"/>
          </ac:spMkLst>
        </pc:spChg>
        <pc:spChg chg="mod or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5" creationId="{C6D2C013-ABB0-DF93-D7EA-FC168AB77F4F}"/>
          </ac:spMkLst>
        </pc:spChg>
        <pc:spChg chg="mod or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6" creationId="{F8974455-AEAB-B455-C671-72501E230F72}"/>
          </ac:spMkLst>
        </pc:spChg>
        <pc:spChg chg="add del mod">
          <ac:chgData name="Joel Meier" userId="e9c0cad6c274b452" providerId="LiveId" clId="{7B8C26E9-5C4A-428C-A8E8-401D05876AFF}" dt="2025-04-03T06:59:04.255" v="226" actId="478"/>
          <ac:spMkLst>
            <pc:docMk/>
            <pc:sldMk cId="3663394554" sldId="285"/>
            <ac:spMk id="9" creationId="{153A177B-5607-42D8-4C58-90BF04244CC2}"/>
          </ac:spMkLst>
        </pc:spChg>
        <pc:spChg chg="add del mo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11" creationId="{F4F9015B-324E-A5F8-A2B3-51AD6F145417}"/>
          </ac:spMkLst>
        </pc:spChg>
        <pc:spChg chg="mod ord">
          <ac:chgData name="Joel Meier" userId="e9c0cad6c274b452" providerId="LiveId" clId="{7B8C26E9-5C4A-428C-A8E8-401D05876AFF}" dt="2025-04-03T06:59:36.481" v="248" actId="700"/>
          <ac:spMkLst>
            <pc:docMk/>
            <pc:sldMk cId="3663394554" sldId="285"/>
            <ac:spMk id="18" creationId="{6F1EC470-8224-96FC-7AEC-D0908AE6346E}"/>
          </ac:spMkLst>
        </pc:spChg>
        <pc:graphicFrameChg chg="add del">
          <ac:chgData name="Joel Meier" userId="e9c0cad6c274b452" providerId="LiveId" clId="{7B8C26E9-5C4A-428C-A8E8-401D05876AFF}" dt="2025-04-03T06:59:28.363" v="247" actId="478"/>
          <ac:graphicFrameMkLst>
            <pc:docMk/>
            <pc:sldMk cId="3663394554" sldId="285"/>
            <ac:graphicFrameMk id="8" creationId="{36FB67DF-6B44-C4AC-40B8-49DFAE82285E}"/>
          </ac:graphicFrameMkLst>
        </pc:graphicFrameChg>
      </pc:sldChg>
      <pc:sldChg chg="modSp mod">
        <pc:chgData name="Joel Meier" userId="e9c0cad6c274b452" providerId="LiveId" clId="{7B8C26E9-5C4A-428C-A8E8-401D05876AFF}" dt="2025-04-03T07:00:00.461" v="250" actId="20577"/>
        <pc:sldMkLst>
          <pc:docMk/>
          <pc:sldMk cId="4078323800" sldId="286"/>
        </pc:sldMkLst>
        <pc:spChg chg="mod">
          <ac:chgData name="Joel Meier" userId="e9c0cad6c274b452" providerId="LiveId" clId="{7B8C26E9-5C4A-428C-A8E8-401D05876AFF}" dt="2025-04-03T07:00:00.461" v="250" actId="20577"/>
          <ac:spMkLst>
            <pc:docMk/>
            <pc:sldMk cId="4078323800" sldId="286"/>
            <ac:spMk id="3" creationId="{70E3E153-0807-C5AC-F8C0-67DADB673FB7}"/>
          </ac:spMkLst>
        </pc:spChg>
      </pc:sldChg>
      <pc:sldChg chg="modSp mod">
        <pc:chgData name="Joel Meier" userId="e9c0cad6c274b452" providerId="LiveId" clId="{7B8C26E9-5C4A-428C-A8E8-401D05876AFF}" dt="2025-04-03T07:00:17.612" v="252" actId="1076"/>
        <pc:sldMkLst>
          <pc:docMk/>
          <pc:sldMk cId="2558543951" sldId="287"/>
        </pc:sldMkLst>
        <pc:picChg chg="mod">
          <ac:chgData name="Joel Meier" userId="e9c0cad6c274b452" providerId="LiveId" clId="{7B8C26E9-5C4A-428C-A8E8-401D05876AFF}" dt="2025-04-03T07:00:17.612" v="252" actId="1076"/>
          <ac:picMkLst>
            <pc:docMk/>
            <pc:sldMk cId="2558543951" sldId="287"/>
            <ac:picMk id="7" creationId="{FA9630DF-3A64-67F7-F1DB-ADC855E812C9}"/>
          </ac:picMkLst>
        </pc:picChg>
      </pc:sldChg>
      <pc:sldChg chg="modSp mod">
        <pc:chgData name="Joel Meier" userId="e9c0cad6c274b452" providerId="LiveId" clId="{7B8C26E9-5C4A-428C-A8E8-401D05876AFF}" dt="2025-04-03T06:18:21.367" v="159"/>
        <pc:sldMkLst>
          <pc:docMk/>
          <pc:sldMk cId="2462002168" sldId="289"/>
        </pc:sldMkLst>
        <pc:spChg chg="mod">
          <ac:chgData name="Joel Meier" userId="e9c0cad6c274b452" providerId="LiveId" clId="{7B8C26E9-5C4A-428C-A8E8-401D05876AFF}" dt="2025-04-03T06:18:21.367" v="159"/>
          <ac:spMkLst>
            <pc:docMk/>
            <pc:sldMk cId="2462002168" sldId="289"/>
            <ac:spMk id="13" creationId="{ED97B204-3954-A0E3-E20D-A215526F705B}"/>
          </ac:spMkLst>
        </pc:spChg>
      </pc:sldChg>
      <pc:sldChg chg="modSp mod">
        <pc:chgData name="Joel Meier" userId="e9c0cad6c274b452" providerId="LiveId" clId="{7B8C26E9-5C4A-428C-A8E8-401D05876AFF}" dt="2025-04-03T07:00:08.230" v="251" actId="20577"/>
        <pc:sldMkLst>
          <pc:docMk/>
          <pc:sldMk cId="974423061" sldId="294"/>
        </pc:sldMkLst>
        <pc:spChg chg="mod">
          <ac:chgData name="Joel Meier" userId="e9c0cad6c274b452" providerId="LiveId" clId="{7B8C26E9-5C4A-428C-A8E8-401D05876AFF}" dt="2025-04-03T07:00:08.230" v="251" actId="20577"/>
          <ac:spMkLst>
            <pc:docMk/>
            <pc:sldMk cId="974423061" sldId="294"/>
            <ac:spMk id="3" creationId="{10F481D5-1C33-3A3E-2AB1-C2809F3DAB54}"/>
          </ac:spMkLst>
        </pc:spChg>
      </pc:sldChg>
      <pc:sldChg chg="addSp modSp add mod">
        <pc:chgData name="Joel Meier" userId="e9c0cad6c274b452" providerId="LiveId" clId="{7B8C26E9-5C4A-428C-A8E8-401D05876AFF}" dt="2025-04-02T21:43:02.364" v="118" actId="1076"/>
        <pc:sldMkLst>
          <pc:docMk/>
          <pc:sldMk cId="1360313537" sldId="295"/>
        </pc:sldMkLst>
        <pc:spChg chg="mod">
          <ac:chgData name="Joel Meier" userId="e9c0cad6c274b452" providerId="LiveId" clId="{7B8C26E9-5C4A-428C-A8E8-401D05876AFF}" dt="2025-04-02T21:42:49.016" v="116" actId="1076"/>
          <ac:spMkLst>
            <pc:docMk/>
            <pc:sldMk cId="1360313537" sldId="295"/>
            <ac:spMk id="7" creationId="{5B4623E4-2D20-334A-7787-2C10881D4048}"/>
          </ac:spMkLst>
        </pc:spChg>
        <pc:spChg chg="add mod">
          <ac:chgData name="Joel Meier" userId="e9c0cad6c274b452" providerId="LiveId" clId="{7B8C26E9-5C4A-428C-A8E8-401D05876AFF}" dt="2025-04-02T21:43:02.364" v="118" actId="1076"/>
          <ac:spMkLst>
            <pc:docMk/>
            <pc:sldMk cId="1360313537" sldId="295"/>
            <ac:spMk id="11" creationId="{1ACA2F55-DF24-E5A2-FA6E-7B1BFFA20A74}"/>
          </ac:spMkLst>
        </pc:spChg>
        <pc:picChg chg="mod">
          <ac:chgData name="Joel Meier" userId="e9c0cad6c274b452" providerId="LiveId" clId="{7B8C26E9-5C4A-428C-A8E8-401D05876AFF}" dt="2025-04-02T21:42:40.200" v="115" actId="1076"/>
          <ac:picMkLst>
            <pc:docMk/>
            <pc:sldMk cId="1360313537" sldId="295"/>
            <ac:picMk id="8" creationId="{AC11F818-4CDE-172A-DF32-9F599C63032E}"/>
          </ac:picMkLst>
        </pc:picChg>
        <pc:picChg chg="add mod">
          <ac:chgData name="Joel Meier" userId="e9c0cad6c274b452" providerId="LiveId" clId="{7B8C26E9-5C4A-428C-A8E8-401D05876AFF}" dt="2025-04-02T21:42:56.684" v="117" actId="1076"/>
          <ac:picMkLst>
            <pc:docMk/>
            <pc:sldMk cId="1360313537" sldId="295"/>
            <ac:picMk id="9" creationId="{DEB95E94-2BBC-B690-63E6-BCB8E3A142AC}"/>
          </ac:picMkLst>
        </pc:picChg>
      </pc:sldChg>
    </pc:docChg>
  </pc:docChgLst>
  <pc:docChgLst>
    <pc:chgData name="Joel Meier" userId="e9c0cad6c274b452" providerId="LiveId" clId="{E2C75911-DBA4-4E62-965C-AF22C2ACA3DB}"/>
    <pc:docChg chg="undo custSel addSld delSld modSld sldOrd modMainMaster">
      <pc:chgData name="Joel Meier" userId="e9c0cad6c274b452" providerId="LiveId" clId="{E2C75911-DBA4-4E62-965C-AF22C2ACA3DB}" dt="2025-04-02T21:50:19.584" v="4952" actId="20577"/>
      <pc:docMkLst>
        <pc:docMk/>
      </pc:docMkLst>
      <pc:sldChg chg="del">
        <pc:chgData name="Joel Meier" userId="e9c0cad6c274b452" providerId="LiveId" clId="{E2C75911-DBA4-4E62-965C-AF22C2ACA3DB}" dt="2025-03-25T09:35:48.381" v="72" actId="47"/>
        <pc:sldMkLst>
          <pc:docMk/>
          <pc:sldMk cId="0" sldId="256"/>
        </pc:sldMkLst>
      </pc:sldChg>
      <pc:sldChg chg="del">
        <pc:chgData name="Joel Meier" userId="e9c0cad6c274b452" providerId="LiveId" clId="{E2C75911-DBA4-4E62-965C-AF22C2ACA3DB}" dt="2025-03-25T09:43:15.765" v="147" actId="47"/>
        <pc:sldMkLst>
          <pc:docMk/>
          <pc:sldMk cId="0" sldId="257"/>
        </pc:sldMkLst>
      </pc:sldChg>
      <pc:sldChg chg="del">
        <pc:chgData name="Joel Meier" userId="e9c0cad6c274b452" providerId="LiveId" clId="{E2C75911-DBA4-4E62-965C-AF22C2ACA3DB}" dt="2025-03-25T09:35:51.917" v="73" actId="47"/>
        <pc:sldMkLst>
          <pc:docMk/>
          <pc:sldMk cId="0" sldId="258"/>
        </pc:sldMkLst>
      </pc:sldChg>
      <pc:sldChg chg="del">
        <pc:chgData name="Joel Meier" userId="e9c0cad6c274b452" providerId="LiveId" clId="{E2C75911-DBA4-4E62-965C-AF22C2ACA3DB}" dt="2025-03-25T09:35:52.715" v="75" actId="47"/>
        <pc:sldMkLst>
          <pc:docMk/>
          <pc:sldMk cId="717608631" sldId="264"/>
        </pc:sldMkLst>
      </pc:sldChg>
      <pc:sldChg chg="del">
        <pc:chgData name="Joel Meier" userId="e9c0cad6c274b452" providerId="LiveId" clId="{E2C75911-DBA4-4E62-965C-AF22C2ACA3DB}" dt="2025-03-25T14:31:23.895" v="2754" actId="47"/>
        <pc:sldMkLst>
          <pc:docMk/>
          <pc:sldMk cId="1404933780" sldId="265"/>
        </pc:sldMkLst>
      </pc:sldChg>
      <pc:sldChg chg="del">
        <pc:chgData name="Joel Meier" userId="e9c0cad6c274b452" providerId="LiveId" clId="{E2C75911-DBA4-4E62-965C-AF22C2ACA3DB}" dt="2025-03-25T09:35:53.290" v="76" actId="47"/>
        <pc:sldMkLst>
          <pc:docMk/>
          <pc:sldMk cId="3029490816" sldId="266"/>
        </pc:sldMkLst>
      </pc:sldChg>
      <pc:sldChg chg="del">
        <pc:chgData name="Joel Meier" userId="e9c0cad6c274b452" providerId="LiveId" clId="{E2C75911-DBA4-4E62-965C-AF22C2ACA3DB}" dt="2025-03-25T09:35:52.265" v="74" actId="47"/>
        <pc:sldMkLst>
          <pc:docMk/>
          <pc:sldMk cId="4190963293" sldId="267"/>
        </pc:sldMkLst>
      </pc:sldChg>
      <pc:sldChg chg="del">
        <pc:chgData name="Joel Meier" userId="e9c0cad6c274b452" providerId="LiveId" clId="{E2C75911-DBA4-4E62-965C-AF22C2ACA3DB}" dt="2025-03-25T09:35:54.734" v="77" actId="47"/>
        <pc:sldMkLst>
          <pc:docMk/>
          <pc:sldMk cId="4084558006" sldId="268"/>
        </pc:sldMkLst>
      </pc:sldChg>
      <pc:sldChg chg="new del">
        <pc:chgData name="Joel Meier" userId="e9c0cad6c274b452" providerId="LiveId" clId="{E2C75911-DBA4-4E62-965C-AF22C2ACA3DB}" dt="2025-03-25T09:41:58.958" v="87" actId="47"/>
        <pc:sldMkLst>
          <pc:docMk/>
          <pc:sldMk cId="1767876882" sldId="269"/>
        </pc:sldMkLst>
      </pc:sldChg>
      <pc:sldChg chg="new del">
        <pc:chgData name="Joel Meier" userId="e9c0cad6c274b452" providerId="LiveId" clId="{E2C75911-DBA4-4E62-965C-AF22C2ACA3DB}" dt="2025-03-25T09:41:51.466" v="83" actId="47"/>
        <pc:sldMkLst>
          <pc:docMk/>
          <pc:sldMk cId="933029808" sldId="270"/>
        </pc:sldMkLst>
      </pc:sldChg>
      <pc:sldChg chg="modSp new mod ord">
        <pc:chgData name="Joel Meier" userId="e9c0cad6c274b452" providerId="LiveId" clId="{E2C75911-DBA4-4E62-965C-AF22C2ACA3DB}" dt="2025-03-25T10:20:44.515" v="546" actId="790"/>
        <pc:sldMkLst>
          <pc:docMk/>
          <pc:sldMk cId="3565491165" sldId="270"/>
        </pc:sldMkLst>
        <pc:spChg chg="mod">
          <ac:chgData name="Joel Meier" userId="e9c0cad6c274b452" providerId="LiveId" clId="{E2C75911-DBA4-4E62-965C-AF22C2ACA3DB}" dt="2025-03-25T10:20:44.515" v="546" actId="790"/>
          <ac:spMkLst>
            <pc:docMk/>
            <pc:sldMk cId="3565491165" sldId="270"/>
            <ac:spMk id="2" creationId="{0EE2A725-9B10-A3E5-E489-9C846545D6A0}"/>
          </ac:spMkLst>
        </pc:spChg>
        <pc:spChg chg="mod">
          <ac:chgData name="Joel Meier" userId="e9c0cad6c274b452" providerId="LiveId" clId="{E2C75911-DBA4-4E62-965C-AF22C2ACA3DB}" dt="2025-03-25T10:20:44.515" v="546" actId="790"/>
          <ac:spMkLst>
            <pc:docMk/>
            <pc:sldMk cId="3565491165" sldId="270"/>
            <ac:spMk id="3" creationId="{9EF5A8E7-9221-76EB-1BC2-990830E07F6D}"/>
          </ac:spMkLst>
        </pc:spChg>
        <pc:spChg chg="mod">
          <ac:chgData name="Joel Meier" userId="e9c0cad6c274b452" providerId="LiveId" clId="{E2C75911-DBA4-4E62-965C-AF22C2ACA3DB}" dt="2025-03-25T10:20:44.515" v="546" actId="790"/>
          <ac:spMkLst>
            <pc:docMk/>
            <pc:sldMk cId="3565491165" sldId="270"/>
            <ac:spMk id="4" creationId="{541C1B45-7B92-01D7-E1C4-BB444A96F0ED}"/>
          </ac:spMkLst>
        </pc:spChg>
        <pc:spChg chg="mod">
          <ac:chgData name="Joel Meier" userId="e9c0cad6c274b452" providerId="LiveId" clId="{E2C75911-DBA4-4E62-965C-AF22C2ACA3DB}" dt="2025-03-25T10:20:44.515" v="546" actId="790"/>
          <ac:spMkLst>
            <pc:docMk/>
            <pc:sldMk cId="3565491165" sldId="270"/>
            <ac:spMk id="5" creationId="{C0996CA4-DDC2-C41E-4CFD-AE24956773EC}"/>
          </ac:spMkLst>
        </pc:spChg>
        <pc:spChg chg="mod">
          <ac:chgData name="Joel Meier" userId="e9c0cad6c274b452" providerId="LiveId" clId="{E2C75911-DBA4-4E62-965C-AF22C2ACA3DB}" dt="2025-03-25T10:20:44.515" v="546" actId="790"/>
          <ac:spMkLst>
            <pc:docMk/>
            <pc:sldMk cId="3565491165" sldId="270"/>
            <ac:spMk id="6" creationId="{0F5A4B67-6C7E-2649-313A-0DAB68E86672}"/>
          </ac:spMkLst>
        </pc:spChg>
      </pc:sldChg>
      <pc:sldChg chg="modSp new del mod ord">
        <pc:chgData name="Joel Meier" userId="e9c0cad6c274b452" providerId="LiveId" clId="{E2C75911-DBA4-4E62-965C-AF22C2ACA3DB}" dt="2025-03-25T09:49:43.710" v="300" actId="47"/>
        <pc:sldMkLst>
          <pc:docMk/>
          <pc:sldMk cId="3566042760" sldId="271"/>
        </pc:sldMkLst>
      </pc:sldChg>
      <pc:sldChg chg="add del">
        <pc:chgData name="Joel Meier" userId="e9c0cad6c274b452" providerId="LiveId" clId="{E2C75911-DBA4-4E62-965C-AF22C2ACA3DB}" dt="2025-03-25T09:49:46.632" v="301" actId="47"/>
        <pc:sldMkLst>
          <pc:docMk/>
          <pc:sldMk cId="2137725815" sldId="272"/>
        </pc:sldMkLst>
      </pc:sldChg>
      <pc:sldChg chg="modSp new mod ord">
        <pc:chgData name="Joel Meier" userId="e9c0cad6c274b452" providerId="LiveId" clId="{E2C75911-DBA4-4E62-965C-AF22C2ACA3DB}" dt="2025-04-01T13:26:30.298" v="4801" actId="20577"/>
        <pc:sldMkLst>
          <pc:docMk/>
          <pc:sldMk cId="1566075193" sldId="273"/>
        </pc:sldMkLst>
        <pc:spChg chg="mod">
          <ac:chgData name="Joel Meier" userId="e9c0cad6c274b452" providerId="LiveId" clId="{E2C75911-DBA4-4E62-965C-AF22C2ACA3DB}" dt="2025-03-25T09:49:42.317" v="299" actId="20577"/>
          <ac:spMkLst>
            <pc:docMk/>
            <pc:sldMk cId="1566075193" sldId="273"/>
            <ac:spMk id="2" creationId="{0B64C458-E8E3-508E-737A-25728B25AB2C}"/>
          </ac:spMkLst>
        </pc:spChg>
        <pc:spChg chg="mod">
          <ac:chgData name="Joel Meier" userId="e9c0cad6c274b452" providerId="LiveId" clId="{E2C75911-DBA4-4E62-965C-AF22C2ACA3DB}" dt="2025-04-01T13:26:30.298" v="4801" actId="20577"/>
          <ac:spMkLst>
            <pc:docMk/>
            <pc:sldMk cId="1566075193" sldId="273"/>
            <ac:spMk id="3" creationId="{31EA10B7-C3D7-1D20-455D-16051B1CF823}"/>
          </ac:spMkLst>
        </pc:spChg>
      </pc:sldChg>
      <pc:sldChg chg="modSp add del mod">
        <pc:chgData name="Joel Meier" userId="e9c0cad6c274b452" providerId="LiveId" clId="{E2C75911-DBA4-4E62-965C-AF22C2ACA3DB}" dt="2025-03-25T09:49:07.383" v="288" actId="47"/>
        <pc:sldMkLst>
          <pc:docMk/>
          <pc:sldMk cId="3581024100" sldId="273"/>
        </pc:sldMkLst>
      </pc:sldChg>
      <pc:sldChg chg="addSp delSp modSp add mod ord modClrScheme chgLayout">
        <pc:chgData name="Joel Meier" userId="e9c0cad6c274b452" providerId="LiveId" clId="{E2C75911-DBA4-4E62-965C-AF22C2ACA3DB}" dt="2025-04-02T21:50:19.584" v="4952" actId="20577"/>
        <pc:sldMkLst>
          <pc:docMk/>
          <pc:sldMk cId="1664705030" sldId="274"/>
        </pc:sldMkLst>
        <pc:spChg chg="mod">
          <ac:chgData name="Joel Meier" userId="e9c0cad6c274b452" providerId="LiveId" clId="{E2C75911-DBA4-4E62-965C-AF22C2ACA3DB}" dt="2025-03-25T10:10:31.304" v="366" actId="20577"/>
          <ac:spMkLst>
            <pc:docMk/>
            <pc:sldMk cId="1664705030" sldId="274"/>
            <ac:spMk id="2" creationId="{68E19123-5155-3322-4D47-E690C839198C}"/>
          </ac:spMkLst>
        </pc:spChg>
        <pc:spChg chg="add mod">
          <ac:chgData name="Joel Meier" userId="e9c0cad6c274b452" providerId="LiveId" clId="{E2C75911-DBA4-4E62-965C-AF22C2ACA3DB}" dt="2025-04-01T13:19:34.547" v="4701" actId="404"/>
          <ac:spMkLst>
            <pc:docMk/>
            <pc:sldMk cId="1664705030" sldId="274"/>
            <ac:spMk id="3" creationId="{2528A7BD-867C-257F-9049-353233E7D563}"/>
          </ac:spMkLst>
        </pc:spChg>
        <pc:spChg chg="mod">
          <ac:chgData name="Joel Meier" userId="e9c0cad6c274b452" providerId="LiveId" clId="{E2C75911-DBA4-4E62-965C-AF22C2ACA3DB}" dt="2025-03-25T10:03:07.996" v="350" actId="26606"/>
          <ac:spMkLst>
            <pc:docMk/>
            <pc:sldMk cId="1664705030" sldId="274"/>
            <ac:spMk id="4" creationId="{0203F3E7-C918-2AC4-10E1-7A25B3373617}"/>
          </ac:spMkLst>
        </pc:spChg>
        <pc:spChg chg="mod">
          <ac:chgData name="Joel Meier" userId="e9c0cad6c274b452" providerId="LiveId" clId="{E2C75911-DBA4-4E62-965C-AF22C2ACA3DB}" dt="2025-03-25T10:03:07.996" v="350" actId="26606"/>
          <ac:spMkLst>
            <pc:docMk/>
            <pc:sldMk cId="1664705030" sldId="274"/>
            <ac:spMk id="5" creationId="{598FFB08-5891-B82F-C097-89303F87BED7}"/>
          </ac:spMkLst>
        </pc:spChg>
        <pc:spChg chg="mod">
          <ac:chgData name="Joel Meier" userId="e9c0cad6c274b452" providerId="LiveId" clId="{E2C75911-DBA4-4E62-965C-AF22C2ACA3DB}" dt="2025-03-25T10:03:07.996" v="350" actId="26606"/>
          <ac:spMkLst>
            <pc:docMk/>
            <pc:sldMk cId="1664705030" sldId="274"/>
            <ac:spMk id="6" creationId="{D7C91F29-CD04-A433-7065-3469638DCB56}"/>
          </ac:spMkLst>
        </pc:spChg>
        <pc:spChg chg="add del mod">
          <ac:chgData name="Joel Meier" userId="e9c0cad6c274b452" providerId="LiveId" clId="{E2C75911-DBA4-4E62-965C-AF22C2ACA3DB}" dt="2025-04-02T21:50:19.584" v="4952" actId="20577"/>
          <ac:spMkLst>
            <pc:docMk/>
            <pc:sldMk cId="1664705030" sldId="274"/>
            <ac:spMk id="17" creationId="{685BEE92-7210-B5F8-B886-36CDC15F7B0D}"/>
          </ac:spMkLst>
        </pc:spChg>
        <pc:picChg chg="add mod">
          <ac:chgData name="Joel Meier" userId="e9c0cad6c274b452" providerId="LiveId" clId="{E2C75911-DBA4-4E62-965C-AF22C2ACA3DB}" dt="2025-04-01T13:15:00.909" v="4601" actId="1076"/>
          <ac:picMkLst>
            <pc:docMk/>
            <pc:sldMk cId="1664705030" sldId="274"/>
            <ac:picMk id="12" creationId="{AAA48C6E-B3DE-637F-7B04-A2F8ED2FA24E}"/>
          </ac:picMkLst>
        </pc:picChg>
      </pc:sldChg>
      <pc:sldChg chg="addSp delSp modSp add del mod">
        <pc:chgData name="Joel Meier" userId="e9c0cad6c274b452" providerId="LiveId" clId="{E2C75911-DBA4-4E62-965C-AF22C2ACA3DB}" dt="2025-03-25T14:26:03.329" v="2494" actId="47"/>
        <pc:sldMkLst>
          <pc:docMk/>
          <pc:sldMk cId="2170979698" sldId="275"/>
        </pc:sldMkLst>
      </pc:sldChg>
      <pc:sldChg chg="addSp delSp modSp add del mod modClrScheme chgLayout">
        <pc:chgData name="Joel Meier" userId="e9c0cad6c274b452" providerId="LiveId" clId="{E2C75911-DBA4-4E62-965C-AF22C2ACA3DB}" dt="2025-03-25T10:34:32.735" v="595" actId="47"/>
        <pc:sldMkLst>
          <pc:docMk/>
          <pc:sldMk cId="1725829512" sldId="276"/>
        </pc:sldMkLst>
      </pc:sldChg>
      <pc:sldChg chg="add del">
        <pc:chgData name="Joel Meier" userId="e9c0cad6c274b452" providerId="LiveId" clId="{E2C75911-DBA4-4E62-965C-AF22C2ACA3DB}" dt="2025-03-25T10:19:33.485" v="456" actId="47"/>
        <pc:sldMkLst>
          <pc:docMk/>
          <pc:sldMk cId="89411301" sldId="277"/>
        </pc:sldMkLst>
      </pc:sldChg>
      <pc:sldChg chg="addSp delSp modSp new del">
        <pc:chgData name="Joel Meier" userId="e9c0cad6c274b452" providerId="LiveId" clId="{E2C75911-DBA4-4E62-965C-AF22C2ACA3DB}" dt="2025-03-25T14:19:28.740" v="2276" actId="47"/>
        <pc:sldMkLst>
          <pc:docMk/>
          <pc:sldMk cId="2526093000" sldId="277"/>
        </pc:sldMkLst>
      </pc:sldChg>
      <pc:sldChg chg="addSp delSp modSp new del">
        <pc:chgData name="Joel Meier" userId="e9c0cad6c274b452" providerId="LiveId" clId="{E2C75911-DBA4-4E62-965C-AF22C2ACA3DB}" dt="2025-03-25T10:32:41.189" v="576" actId="47"/>
        <pc:sldMkLst>
          <pc:docMk/>
          <pc:sldMk cId="3650359026" sldId="277"/>
        </pc:sldMkLst>
      </pc:sldChg>
      <pc:sldChg chg="addSp modSp new mod">
        <pc:chgData name="Joel Meier" userId="e9c0cad6c274b452" providerId="LiveId" clId="{E2C75911-DBA4-4E62-965C-AF22C2ACA3DB}" dt="2025-04-01T13:24:19.141" v="4719" actId="20577"/>
        <pc:sldMkLst>
          <pc:docMk/>
          <pc:sldMk cId="3508890256" sldId="278"/>
        </pc:sldMkLst>
        <pc:spChg chg="mod">
          <ac:chgData name="Joel Meier" userId="e9c0cad6c274b452" providerId="LiveId" clId="{E2C75911-DBA4-4E62-965C-AF22C2ACA3DB}" dt="2025-03-25T10:53:35.131" v="1390" actId="20577"/>
          <ac:spMkLst>
            <pc:docMk/>
            <pc:sldMk cId="3508890256" sldId="278"/>
            <ac:spMk id="2" creationId="{9BABB83C-BD51-7C8A-7EF0-78C7C8996E85}"/>
          </ac:spMkLst>
        </pc:spChg>
        <pc:spChg chg="mod">
          <ac:chgData name="Joel Meier" userId="e9c0cad6c274b452" providerId="LiveId" clId="{E2C75911-DBA4-4E62-965C-AF22C2ACA3DB}" dt="2025-03-25T10:43:09.243" v="1015" actId="20577"/>
          <ac:spMkLst>
            <pc:docMk/>
            <pc:sldMk cId="3508890256" sldId="278"/>
            <ac:spMk id="3" creationId="{9C1BAC98-988C-967E-AA60-CC8C0491AE76}"/>
          </ac:spMkLst>
        </pc:spChg>
        <pc:spChg chg="add mod">
          <ac:chgData name="Joel Meier" userId="e9c0cad6c274b452" providerId="LiveId" clId="{E2C75911-DBA4-4E62-965C-AF22C2ACA3DB}" dt="2025-04-01T13:24:19.141" v="4719" actId="20577"/>
          <ac:spMkLst>
            <pc:docMk/>
            <pc:sldMk cId="3508890256" sldId="278"/>
            <ac:spMk id="11" creationId="{16CFFED3-56FF-FE38-8E59-1557A1444E43}"/>
          </ac:spMkLst>
        </pc:spChg>
        <pc:picChg chg="add mod">
          <ac:chgData name="Joel Meier" userId="e9c0cad6c274b452" providerId="LiveId" clId="{E2C75911-DBA4-4E62-965C-AF22C2ACA3DB}" dt="2025-03-25T10:34:23.900" v="593" actId="1076"/>
          <ac:picMkLst>
            <pc:docMk/>
            <pc:sldMk cId="3508890256" sldId="278"/>
            <ac:picMk id="8" creationId="{159A5C34-D3DB-05FD-ABD2-9363BB27D0BE}"/>
          </ac:picMkLst>
        </pc:picChg>
        <pc:picChg chg="add mod">
          <ac:chgData name="Joel Meier" userId="e9c0cad6c274b452" providerId="LiveId" clId="{E2C75911-DBA4-4E62-965C-AF22C2ACA3DB}" dt="2025-03-25T10:34:25.675" v="594" actId="1076"/>
          <ac:picMkLst>
            <pc:docMk/>
            <pc:sldMk cId="3508890256" sldId="278"/>
            <ac:picMk id="9" creationId="{0123A10F-9F0E-9DBC-8039-1C2F64D09C49}"/>
          </ac:picMkLst>
        </pc:picChg>
      </pc:sldChg>
      <pc:sldChg chg="addSp delSp modSp new mod ord">
        <pc:chgData name="Joel Meier" userId="e9c0cad6c274b452" providerId="LiveId" clId="{E2C75911-DBA4-4E62-965C-AF22C2ACA3DB}" dt="2025-04-01T13:25:04.271" v="4758" actId="1076"/>
        <pc:sldMkLst>
          <pc:docMk/>
          <pc:sldMk cId="693107143" sldId="279"/>
        </pc:sldMkLst>
        <pc:spChg chg="mod">
          <ac:chgData name="Joel Meier" userId="e9c0cad6c274b452" providerId="LiveId" clId="{E2C75911-DBA4-4E62-965C-AF22C2ACA3DB}" dt="2025-03-25T13:57:35.299" v="1495" actId="20577"/>
          <ac:spMkLst>
            <pc:docMk/>
            <pc:sldMk cId="693107143" sldId="279"/>
            <ac:spMk id="2" creationId="{75013D58-5C0C-62BE-BE72-7DBD43CE93A3}"/>
          </ac:spMkLst>
        </pc:spChg>
        <pc:spChg chg="add mod">
          <ac:chgData name="Joel Meier" userId="e9c0cad6c274b452" providerId="LiveId" clId="{E2C75911-DBA4-4E62-965C-AF22C2ACA3DB}" dt="2025-04-01T13:25:04.271" v="4758" actId="1076"/>
          <ac:spMkLst>
            <pc:docMk/>
            <pc:sldMk cId="693107143" sldId="279"/>
            <ac:spMk id="7" creationId="{F6525AD6-50ED-6AB7-0206-41EC9174AD21}"/>
          </ac:spMkLst>
        </pc:spChg>
        <pc:picChg chg="add mod">
          <ac:chgData name="Joel Meier" userId="e9c0cad6c274b452" providerId="LiveId" clId="{E2C75911-DBA4-4E62-965C-AF22C2ACA3DB}" dt="2025-03-25T13:57:22.432" v="1452" actId="1076"/>
          <ac:picMkLst>
            <pc:docMk/>
            <pc:sldMk cId="693107143" sldId="279"/>
            <ac:picMk id="8" creationId="{E23230A5-F977-B1A5-C7D8-98004A7CAFB8}"/>
          </ac:picMkLst>
        </pc:picChg>
      </pc:sldChg>
      <pc:sldChg chg="delSp modSp add mod modClrScheme chgLayout">
        <pc:chgData name="Joel Meier" userId="e9c0cad6c274b452" providerId="LiveId" clId="{E2C75911-DBA4-4E62-965C-AF22C2ACA3DB}" dt="2025-03-25T14:34:08.250" v="2781" actId="20577"/>
        <pc:sldMkLst>
          <pc:docMk/>
          <pc:sldMk cId="1152277231" sldId="280"/>
        </pc:sldMkLst>
        <pc:spChg chg="mod ord">
          <ac:chgData name="Joel Meier" userId="e9c0cad6c274b452" providerId="LiveId" clId="{E2C75911-DBA4-4E62-965C-AF22C2ACA3DB}" dt="2025-03-25T14:34:08.250" v="2781" actId="20577"/>
          <ac:spMkLst>
            <pc:docMk/>
            <pc:sldMk cId="1152277231" sldId="280"/>
            <ac:spMk id="2" creationId="{E051396E-754B-9CC6-98A3-913DFCEEBB84}"/>
          </ac:spMkLst>
        </pc:spChg>
        <pc:spChg chg="mod ord">
          <ac:chgData name="Joel Meier" userId="e9c0cad6c274b452" providerId="LiveId" clId="{E2C75911-DBA4-4E62-965C-AF22C2ACA3DB}" dt="2025-03-25T10:52:43.582" v="1370" actId="700"/>
          <ac:spMkLst>
            <pc:docMk/>
            <pc:sldMk cId="1152277231" sldId="280"/>
            <ac:spMk id="4" creationId="{0F2A3281-940F-255E-971D-34F02505CF60}"/>
          </ac:spMkLst>
        </pc:spChg>
        <pc:spChg chg="mod ord">
          <ac:chgData name="Joel Meier" userId="e9c0cad6c274b452" providerId="LiveId" clId="{E2C75911-DBA4-4E62-965C-AF22C2ACA3DB}" dt="2025-03-25T10:52:43.582" v="1370" actId="700"/>
          <ac:spMkLst>
            <pc:docMk/>
            <pc:sldMk cId="1152277231" sldId="280"/>
            <ac:spMk id="5" creationId="{1EBFB7FD-D539-724C-A71C-1D1823D31763}"/>
          </ac:spMkLst>
        </pc:spChg>
        <pc:spChg chg="mod ord">
          <ac:chgData name="Joel Meier" userId="e9c0cad6c274b452" providerId="LiveId" clId="{E2C75911-DBA4-4E62-965C-AF22C2ACA3DB}" dt="2025-03-25T10:52:43.582" v="1370" actId="700"/>
          <ac:spMkLst>
            <pc:docMk/>
            <pc:sldMk cId="1152277231" sldId="280"/>
            <ac:spMk id="6" creationId="{05053B28-0C58-83F2-5C6A-DB60D09738A8}"/>
          </ac:spMkLst>
        </pc:spChg>
        <pc:spChg chg="mod ord">
          <ac:chgData name="Joel Meier" userId="e9c0cad6c274b452" providerId="LiveId" clId="{E2C75911-DBA4-4E62-965C-AF22C2ACA3DB}" dt="2025-03-25T14:04:48.869" v="1763" actId="20577"/>
          <ac:spMkLst>
            <pc:docMk/>
            <pc:sldMk cId="1152277231" sldId="280"/>
            <ac:spMk id="17" creationId="{ED9FFD97-98B7-CA1C-FDEA-A7E4476E8070}"/>
          </ac:spMkLst>
        </pc:spChg>
      </pc:sldChg>
      <pc:sldChg chg="modSp add mod">
        <pc:chgData name="Joel Meier" userId="e9c0cad6c274b452" providerId="LiveId" clId="{E2C75911-DBA4-4E62-965C-AF22C2ACA3DB}" dt="2025-03-25T14:34:12.402" v="2784" actId="20577"/>
        <pc:sldMkLst>
          <pc:docMk/>
          <pc:sldMk cId="1150453240" sldId="281"/>
        </pc:sldMkLst>
        <pc:spChg chg="mod">
          <ac:chgData name="Joel Meier" userId="e9c0cad6c274b452" providerId="LiveId" clId="{E2C75911-DBA4-4E62-965C-AF22C2ACA3DB}" dt="2025-03-25T14:34:12.402" v="2784" actId="20577"/>
          <ac:spMkLst>
            <pc:docMk/>
            <pc:sldMk cId="1150453240" sldId="281"/>
            <ac:spMk id="2" creationId="{4C423C17-6BF2-B2A5-BA5C-79F13EC0B7E3}"/>
          </ac:spMkLst>
        </pc:spChg>
        <pc:spChg chg="mod">
          <ac:chgData name="Joel Meier" userId="e9c0cad6c274b452" providerId="LiveId" clId="{E2C75911-DBA4-4E62-965C-AF22C2ACA3DB}" dt="2025-03-25T14:24:52.162" v="2487" actId="20577"/>
          <ac:spMkLst>
            <pc:docMk/>
            <pc:sldMk cId="1150453240" sldId="281"/>
            <ac:spMk id="17" creationId="{03955AB4-450F-9B3D-228A-13773E365C2A}"/>
          </ac:spMkLst>
        </pc:spChg>
      </pc:sldChg>
      <pc:sldChg chg="addSp delSp modSp add mod">
        <pc:chgData name="Joel Meier" userId="e9c0cad6c274b452" providerId="LiveId" clId="{E2C75911-DBA4-4E62-965C-AF22C2ACA3DB}" dt="2025-04-01T13:19:52.957" v="4709" actId="1076"/>
        <pc:sldMkLst>
          <pc:docMk/>
          <pc:sldMk cId="4161383154" sldId="282"/>
        </pc:sldMkLst>
        <pc:spChg chg="mod">
          <ac:chgData name="Joel Meier" userId="e9c0cad6c274b452" providerId="LiveId" clId="{E2C75911-DBA4-4E62-965C-AF22C2ACA3DB}" dt="2025-03-25T11:06:35.981" v="1442" actId="26606"/>
          <ac:spMkLst>
            <pc:docMk/>
            <pc:sldMk cId="4161383154" sldId="282"/>
            <ac:spMk id="2" creationId="{74D73C32-1B18-0C48-64A1-6B50F4399873}"/>
          </ac:spMkLst>
        </pc:spChg>
        <pc:spChg chg="mod">
          <ac:chgData name="Joel Meier" userId="e9c0cad6c274b452" providerId="LiveId" clId="{E2C75911-DBA4-4E62-965C-AF22C2ACA3DB}" dt="2025-03-25T11:06:35.981" v="1442" actId="26606"/>
          <ac:spMkLst>
            <pc:docMk/>
            <pc:sldMk cId="4161383154" sldId="282"/>
            <ac:spMk id="4" creationId="{B2E1B8BE-B6E3-7863-0BE3-4BD4C9B9C34B}"/>
          </ac:spMkLst>
        </pc:spChg>
        <pc:spChg chg="mod">
          <ac:chgData name="Joel Meier" userId="e9c0cad6c274b452" providerId="LiveId" clId="{E2C75911-DBA4-4E62-965C-AF22C2ACA3DB}" dt="2025-04-01T13:19:40.423" v="4703"/>
          <ac:spMkLst>
            <pc:docMk/>
            <pc:sldMk cId="4161383154" sldId="282"/>
            <ac:spMk id="5" creationId="{F87DC993-C12B-372A-40F3-3F1D8483AC9F}"/>
          </ac:spMkLst>
        </pc:spChg>
        <pc:spChg chg="mod">
          <ac:chgData name="Joel Meier" userId="e9c0cad6c274b452" providerId="LiveId" clId="{E2C75911-DBA4-4E62-965C-AF22C2ACA3DB}" dt="2025-03-25T11:06:35.981" v="1442" actId="26606"/>
          <ac:spMkLst>
            <pc:docMk/>
            <pc:sldMk cId="4161383154" sldId="282"/>
            <ac:spMk id="6" creationId="{6D489C38-B48B-E990-EC67-8B709034BDA7}"/>
          </ac:spMkLst>
        </pc:spChg>
        <pc:spChg chg="add mod">
          <ac:chgData name="Joel Meier" userId="e9c0cad6c274b452" providerId="LiveId" clId="{E2C75911-DBA4-4E62-965C-AF22C2ACA3DB}" dt="2025-04-01T13:19:52.957" v="4709" actId="1076"/>
          <ac:spMkLst>
            <pc:docMk/>
            <pc:sldMk cId="4161383154" sldId="282"/>
            <ac:spMk id="7" creationId="{71F0C1B9-5E83-68A9-82AA-A3CAE11C85E4}"/>
          </ac:spMkLst>
        </pc:spChg>
        <pc:spChg chg="add mod">
          <ac:chgData name="Joel Meier" userId="e9c0cad6c274b452" providerId="LiveId" clId="{E2C75911-DBA4-4E62-965C-AF22C2ACA3DB}" dt="2025-03-25T14:14:06.478" v="1857" actId="20577"/>
          <ac:spMkLst>
            <pc:docMk/>
            <pc:sldMk cId="4161383154" sldId="282"/>
            <ac:spMk id="18" creationId="{5E64FF0E-4161-0667-7A77-2910C9A4BD28}"/>
          </ac:spMkLst>
        </pc:spChg>
        <pc:picChg chg="add mod">
          <ac:chgData name="Joel Meier" userId="e9c0cad6c274b452" providerId="LiveId" clId="{E2C75911-DBA4-4E62-965C-AF22C2ACA3DB}" dt="2025-03-25T11:06:49.398" v="1448" actId="962"/>
          <ac:picMkLst>
            <pc:docMk/>
            <pc:sldMk cId="4161383154" sldId="282"/>
            <ac:picMk id="15" creationId="{3599C34C-84B9-9F7F-750E-265F6E44A181}"/>
          </ac:picMkLst>
        </pc:picChg>
      </pc:sldChg>
      <pc:sldChg chg="addSp delSp modSp new mod modNotesTx">
        <pc:chgData name="Joel Meier" userId="e9c0cad6c274b452" providerId="LiveId" clId="{E2C75911-DBA4-4E62-965C-AF22C2ACA3DB}" dt="2025-04-01T13:26:09.685" v="4771" actId="1076"/>
        <pc:sldMkLst>
          <pc:docMk/>
          <pc:sldMk cId="2966322730" sldId="283"/>
        </pc:sldMkLst>
        <pc:spChg chg="mod">
          <ac:chgData name="Joel Meier" userId="e9c0cad6c274b452" providerId="LiveId" clId="{E2C75911-DBA4-4E62-965C-AF22C2ACA3DB}" dt="2025-04-01T12:59:55.430" v="4206" actId="20577"/>
          <ac:spMkLst>
            <pc:docMk/>
            <pc:sldMk cId="2966322730" sldId="283"/>
            <ac:spMk id="2" creationId="{632279BA-05E7-5F9C-7D1C-182C9766CDDB}"/>
          </ac:spMkLst>
        </pc:spChg>
        <pc:spChg chg="add mod">
          <ac:chgData name="Joel Meier" userId="e9c0cad6c274b452" providerId="LiveId" clId="{E2C75911-DBA4-4E62-965C-AF22C2ACA3DB}" dt="2025-04-01T13:26:09.685" v="4771" actId="1076"/>
          <ac:spMkLst>
            <pc:docMk/>
            <pc:sldMk cId="2966322730" sldId="283"/>
            <ac:spMk id="7" creationId="{50176752-BCC1-01B8-2F5E-5DD67B62655F}"/>
          </ac:spMkLst>
        </pc:spChg>
        <pc:picChg chg="add mod ord">
          <ac:chgData name="Joel Meier" userId="e9c0cad6c274b452" providerId="LiveId" clId="{E2C75911-DBA4-4E62-965C-AF22C2ACA3DB}" dt="2025-03-25T14:01:40.717" v="1584" actId="1076"/>
          <ac:picMkLst>
            <pc:docMk/>
            <pc:sldMk cId="2966322730" sldId="283"/>
            <ac:picMk id="8" creationId="{56D97B42-2F22-B318-80F7-DB06947BA83D}"/>
          </ac:picMkLst>
        </pc:picChg>
      </pc:sldChg>
      <pc:sldChg chg="modSp add mod">
        <pc:chgData name="Joel Meier" userId="e9c0cad6c274b452" providerId="LiveId" clId="{E2C75911-DBA4-4E62-965C-AF22C2ACA3DB}" dt="2025-03-25T14:34:15.683" v="2785" actId="20577"/>
        <pc:sldMkLst>
          <pc:docMk/>
          <pc:sldMk cId="644380354" sldId="284"/>
        </pc:sldMkLst>
        <pc:spChg chg="mod">
          <ac:chgData name="Joel Meier" userId="e9c0cad6c274b452" providerId="LiveId" clId="{E2C75911-DBA4-4E62-965C-AF22C2ACA3DB}" dt="2025-03-25T14:34:15.683" v="2785" actId="20577"/>
          <ac:spMkLst>
            <pc:docMk/>
            <pc:sldMk cId="644380354" sldId="284"/>
            <ac:spMk id="2" creationId="{DB280BF9-B9AE-AF72-22E2-E8D603254162}"/>
          </ac:spMkLst>
        </pc:spChg>
        <pc:spChg chg="mod">
          <ac:chgData name="Joel Meier" userId="e9c0cad6c274b452" providerId="LiveId" clId="{E2C75911-DBA4-4E62-965C-AF22C2ACA3DB}" dt="2025-03-25T14:25:15.061" v="2492" actId="20577"/>
          <ac:spMkLst>
            <pc:docMk/>
            <pc:sldMk cId="644380354" sldId="284"/>
            <ac:spMk id="17" creationId="{537CA091-47D1-E039-5A4F-C59D70EEEE9E}"/>
          </ac:spMkLst>
        </pc:spChg>
      </pc:sldChg>
      <pc:sldChg chg="addSp delSp modSp add mod">
        <pc:chgData name="Joel Meier" userId="e9c0cad6c274b452" providerId="LiveId" clId="{E2C75911-DBA4-4E62-965C-AF22C2ACA3DB}" dt="2025-04-01T13:03:42.258" v="4306" actId="1076"/>
        <pc:sldMkLst>
          <pc:docMk/>
          <pc:sldMk cId="3663394554" sldId="285"/>
        </pc:sldMkLst>
        <pc:spChg chg="mod">
          <ac:chgData name="Joel Meier" userId="e9c0cad6c274b452" providerId="LiveId" clId="{E2C75911-DBA4-4E62-965C-AF22C2ACA3DB}" dt="2025-03-25T14:16:28.698" v="2050" actId="20577"/>
          <ac:spMkLst>
            <pc:docMk/>
            <pc:sldMk cId="3663394554" sldId="285"/>
            <ac:spMk id="2" creationId="{C8B7200D-ACE2-2916-CB5A-214DAD62C7BC}"/>
          </ac:spMkLst>
        </pc:spChg>
        <pc:spChg chg="add mod">
          <ac:chgData name="Joel Meier" userId="e9c0cad6c274b452" providerId="LiveId" clId="{E2C75911-DBA4-4E62-965C-AF22C2ACA3DB}" dt="2025-04-01T13:03:42.258" v="4306" actId="1076"/>
          <ac:spMkLst>
            <pc:docMk/>
            <pc:sldMk cId="3663394554" sldId="285"/>
            <ac:spMk id="3" creationId="{D5BBAA5E-A465-B123-B35D-57E08F6A7981}"/>
          </ac:spMkLst>
        </pc:spChg>
        <pc:spChg chg="mod">
          <ac:chgData name="Joel Meier" userId="e9c0cad6c274b452" providerId="LiveId" clId="{E2C75911-DBA4-4E62-965C-AF22C2ACA3DB}" dt="2025-04-01T13:00:52.881" v="4252" actId="20577"/>
          <ac:spMkLst>
            <pc:docMk/>
            <pc:sldMk cId="3663394554" sldId="285"/>
            <ac:spMk id="18" creationId="{6F1EC470-8224-96FC-7AEC-D0908AE6346E}"/>
          </ac:spMkLst>
        </pc:spChg>
        <pc:graphicFrameChg chg="add mod ord modGraphic">
          <ac:chgData name="Joel Meier" userId="e9c0cad6c274b452" providerId="LiveId" clId="{E2C75911-DBA4-4E62-965C-AF22C2ACA3DB}" dt="2025-04-01T13:03:19.279" v="4256" actId="1076"/>
          <ac:graphicFrameMkLst>
            <pc:docMk/>
            <pc:sldMk cId="3663394554" sldId="285"/>
            <ac:graphicFrameMk id="8" creationId="{36FB67DF-6B44-C4AC-40B8-49DFAE82285E}"/>
          </ac:graphicFrameMkLst>
        </pc:graphicFrameChg>
      </pc:sldChg>
      <pc:sldChg chg="modSp new mod">
        <pc:chgData name="Joel Meier" userId="e9c0cad6c274b452" providerId="LiveId" clId="{E2C75911-DBA4-4E62-965C-AF22C2ACA3DB}" dt="2025-03-25T15:05:06.809" v="3462" actId="20577"/>
        <pc:sldMkLst>
          <pc:docMk/>
          <pc:sldMk cId="4078323800" sldId="286"/>
        </pc:sldMkLst>
        <pc:spChg chg="mod">
          <ac:chgData name="Joel Meier" userId="e9c0cad6c274b452" providerId="LiveId" clId="{E2C75911-DBA4-4E62-965C-AF22C2ACA3DB}" dt="2025-03-25T14:26:40.538" v="2519" actId="20577"/>
          <ac:spMkLst>
            <pc:docMk/>
            <pc:sldMk cId="4078323800" sldId="286"/>
            <ac:spMk id="2" creationId="{29441985-2EDB-7346-0DF7-BB37188A4E48}"/>
          </ac:spMkLst>
        </pc:spChg>
        <pc:spChg chg="mod">
          <ac:chgData name="Joel Meier" userId="e9c0cad6c274b452" providerId="LiveId" clId="{E2C75911-DBA4-4E62-965C-AF22C2ACA3DB}" dt="2025-03-25T15:05:06.809" v="3462" actId="20577"/>
          <ac:spMkLst>
            <pc:docMk/>
            <pc:sldMk cId="4078323800" sldId="286"/>
            <ac:spMk id="3" creationId="{70E3E153-0807-C5AC-F8C0-67DADB673FB7}"/>
          </ac:spMkLst>
        </pc:spChg>
      </pc:sldChg>
      <pc:sldChg chg="addSp delSp modSp new mod modClrScheme chgLayout">
        <pc:chgData name="Joel Meier" userId="e9c0cad6c274b452" providerId="LiveId" clId="{E2C75911-DBA4-4E62-965C-AF22C2ACA3DB}" dt="2025-04-01T13:07:36.201" v="4314" actId="1076"/>
        <pc:sldMkLst>
          <pc:docMk/>
          <pc:sldMk cId="2558543951" sldId="287"/>
        </pc:sldMkLst>
        <pc:spChg chg="mod">
          <ac:chgData name="Joel Meier" userId="e9c0cad6c274b452" providerId="LiveId" clId="{E2C75911-DBA4-4E62-965C-AF22C2ACA3DB}" dt="2025-03-25T14:29:33.134" v="2550" actId="20577"/>
          <ac:spMkLst>
            <pc:docMk/>
            <pc:sldMk cId="2558543951" sldId="287"/>
            <ac:spMk id="2" creationId="{B8FA5F9C-574B-A79D-27E6-C1311C4ADDFE}"/>
          </ac:spMkLst>
        </pc:spChg>
        <pc:spChg chg="mod">
          <ac:chgData name="Joel Meier" userId="e9c0cad6c274b452" providerId="LiveId" clId="{E2C75911-DBA4-4E62-965C-AF22C2ACA3DB}" dt="2025-03-25T14:27:46.159" v="2534" actId="26606"/>
          <ac:spMkLst>
            <pc:docMk/>
            <pc:sldMk cId="2558543951" sldId="287"/>
            <ac:spMk id="4" creationId="{6AF627FD-4979-0D1C-159F-3BA3643B6558}"/>
          </ac:spMkLst>
        </pc:spChg>
        <pc:spChg chg="mod">
          <ac:chgData name="Joel Meier" userId="e9c0cad6c274b452" providerId="LiveId" clId="{E2C75911-DBA4-4E62-965C-AF22C2ACA3DB}" dt="2025-03-25T14:27:46.159" v="2534" actId="26606"/>
          <ac:spMkLst>
            <pc:docMk/>
            <pc:sldMk cId="2558543951" sldId="287"/>
            <ac:spMk id="5" creationId="{163B9E0B-2178-6214-B2B6-BDFD5D884EC2}"/>
          </ac:spMkLst>
        </pc:spChg>
        <pc:spChg chg="mod">
          <ac:chgData name="Joel Meier" userId="e9c0cad6c274b452" providerId="LiveId" clId="{E2C75911-DBA4-4E62-965C-AF22C2ACA3DB}" dt="2025-03-25T14:27:46.159" v="2534" actId="26606"/>
          <ac:spMkLst>
            <pc:docMk/>
            <pc:sldMk cId="2558543951" sldId="287"/>
            <ac:spMk id="6" creationId="{AB68A891-4C3F-D603-DD14-7EB809947059}"/>
          </ac:spMkLst>
        </pc:spChg>
        <pc:spChg chg="add del mod">
          <ac:chgData name="Joel Meier" userId="e9c0cad6c274b452" providerId="LiveId" clId="{E2C75911-DBA4-4E62-965C-AF22C2ACA3DB}" dt="2025-04-01T13:07:31.733" v="4312" actId="26606"/>
          <ac:spMkLst>
            <pc:docMk/>
            <pc:sldMk cId="2558543951" sldId="287"/>
            <ac:spMk id="10" creationId="{A33B698C-C97F-EBA1-BE98-E5D8BE0C3C0E}"/>
          </ac:spMkLst>
        </pc:spChg>
        <pc:spChg chg="add del mod">
          <ac:chgData name="Joel Meier" userId="e9c0cad6c274b452" providerId="LiveId" clId="{E2C75911-DBA4-4E62-965C-AF22C2ACA3DB}" dt="2025-04-01T13:07:31.733" v="4312" actId="26606"/>
          <ac:spMkLst>
            <pc:docMk/>
            <pc:sldMk cId="2558543951" sldId="287"/>
            <ac:spMk id="13" creationId="{5B7D9872-E27B-23CA-C937-066BEB269DA4}"/>
          </ac:spMkLst>
        </pc:spChg>
        <pc:picChg chg="add mod">
          <ac:chgData name="Joel Meier" userId="e9c0cad6c274b452" providerId="LiveId" clId="{E2C75911-DBA4-4E62-965C-AF22C2ACA3DB}" dt="2025-04-01T13:07:36.201" v="4314" actId="1076"/>
          <ac:picMkLst>
            <pc:docMk/>
            <pc:sldMk cId="2558543951" sldId="287"/>
            <ac:picMk id="7" creationId="{FA9630DF-3A64-67F7-F1DB-ADC855E812C9}"/>
          </ac:picMkLst>
        </pc:picChg>
        <pc:picChg chg="add del mod">
          <ac:chgData name="Joel Meier" userId="e9c0cad6c274b452" providerId="LiveId" clId="{E2C75911-DBA4-4E62-965C-AF22C2ACA3DB}" dt="2025-04-01T13:07:20.305" v="4307" actId="478"/>
          <ac:picMkLst>
            <pc:docMk/>
            <pc:sldMk cId="2558543951" sldId="287"/>
            <ac:picMk id="12" creationId="{8AD4BBA9-12ED-7E7A-A923-F26AC96AC109}"/>
          </ac:picMkLst>
        </pc:picChg>
      </pc:sldChg>
      <pc:sldChg chg="modSp new mod">
        <pc:chgData name="Joel Meier" userId="e9c0cad6c274b452" providerId="LiveId" clId="{E2C75911-DBA4-4E62-965C-AF22C2ACA3DB}" dt="2025-04-01T13:13:12.885" v="4600" actId="20577"/>
        <pc:sldMkLst>
          <pc:docMk/>
          <pc:sldMk cId="2786808832" sldId="288"/>
        </pc:sldMkLst>
        <pc:spChg chg="mod">
          <ac:chgData name="Joel Meier" userId="e9c0cad6c274b452" providerId="LiveId" clId="{E2C75911-DBA4-4E62-965C-AF22C2ACA3DB}" dt="2025-04-01T13:10:42.809" v="4395" actId="20577"/>
          <ac:spMkLst>
            <pc:docMk/>
            <pc:sldMk cId="2786808832" sldId="288"/>
            <ac:spMk id="2" creationId="{8B7237AB-3C22-6012-5A63-F46CC73D887D}"/>
          </ac:spMkLst>
        </pc:spChg>
        <pc:spChg chg="mod">
          <ac:chgData name="Joel Meier" userId="e9c0cad6c274b452" providerId="LiveId" clId="{E2C75911-DBA4-4E62-965C-AF22C2ACA3DB}" dt="2025-04-01T13:13:12.885" v="4600" actId="20577"/>
          <ac:spMkLst>
            <pc:docMk/>
            <pc:sldMk cId="2786808832" sldId="288"/>
            <ac:spMk id="3" creationId="{41D72A54-B7FF-7841-85AB-F24A3B6320A2}"/>
          </ac:spMkLst>
        </pc:spChg>
      </pc:sldChg>
      <pc:sldChg chg="addSp delSp modSp new mod modClrScheme chgLayout">
        <pc:chgData name="Joel Meier" userId="e9c0cad6c274b452" providerId="LiveId" clId="{E2C75911-DBA4-4E62-965C-AF22C2ACA3DB}" dt="2025-04-01T13:18:51.125" v="4699" actId="1076"/>
        <pc:sldMkLst>
          <pc:docMk/>
          <pc:sldMk cId="2462002168" sldId="289"/>
        </pc:sldMkLst>
        <pc:spChg chg="mod">
          <ac:chgData name="Joel Meier" userId="e9c0cad6c274b452" providerId="LiveId" clId="{E2C75911-DBA4-4E62-965C-AF22C2ACA3DB}" dt="2025-03-25T14:33:32.745" v="2780" actId="26606"/>
          <ac:spMkLst>
            <pc:docMk/>
            <pc:sldMk cId="2462002168" sldId="289"/>
            <ac:spMk id="2" creationId="{62314EB8-1760-F413-A251-8B9E4322051C}"/>
          </ac:spMkLst>
        </pc:spChg>
        <pc:spChg chg="mod">
          <ac:chgData name="Joel Meier" userId="e9c0cad6c274b452" providerId="LiveId" clId="{E2C75911-DBA4-4E62-965C-AF22C2ACA3DB}" dt="2025-03-25T14:33:32.745" v="2780" actId="26606"/>
          <ac:spMkLst>
            <pc:docMk/>
            <pc:sldMk cId="2462002168" sldId="289"/>
            <ac:spMk id="4" creationId="{63309912-16BD-7825-03E3-D8752BF02FDA}"/>
          </ac:spMkLst>
        </pc:spChg>
        <pc:spChg chg="mod">
          <ac:chgData name="Joel Meier" userId="e9c0cad6c274b452" providerId="LiveId" clId="{E2C75911-DBA4-4E62-965C-AF22C2ACA3DB}" dt="2025-03-25T14:33:32.745" v="2780" actId="26606"/>
          <ac:spMkLst>
            <pc:docMk/>
            <pc:sldMk cId="2462002168" sldId="289"/>
            <ac:spMk id="5" creationId="{27CC9EBF-0881-2742-030F-C4DE1C03AEBA}"/>
          </ac:spMkLst>
        </pc:spChg>
        <pc:spChg chg="mod">
          <ac:chgData name="Joel Meier" userId="e9c0cad6c274b452" providerId="LiveId" clId="{E2C75911-DBA4-4E62-965C-AF22C2ACA3DB}" dt="2025-03-25T14:33:32.745" v="2780" actId="26606"/>
          <ac:spMkLst>
            <pc:docMk/>
            <pc:sldMk cId="2462002168" sldId="289"/>
            <ac:spMk id="6" creationId="{DE82EA9C-0BDD-8BC9-638D-7A6B6C79AC76}"/>
          </ac:spMkLst>
        </pc:spChg>
        <pc:spChg chg="add mod">
          <ac:chgData name="Joel Meier" userId="e9c0cad6c274b452" providerId="LiveId" clId="{E2C75911-DBA4-4E62-965C-AF22C2ACA3DB}" dt="2025-04-01T13:18:51.125" v="4699" actId="1076"/>
          <ac:spMkLst>
            <pc:docMk/>
            <pc:sldMk cId="2462002168" sldId="289"/>
            <ac:spMk id="7" creationId="{09AC2D11-AE60-4E88-9E49-D70A384CE3D8}"/>
          </ac:spMkLst>
        </pc:spChg>
        <pc:spChg chg="add del mod">
          <ac:chgData name="Joel Meier" userId="e9c0cad6c274b452" providerId="LiveId" clId="{E2C75911-DBA4-4E62-965C-AF22C2ACA3DB}" dt="2025-03-25T14:41:02.381" v="2879" actId="26606"/>
          <ac:spMkLst>
            <pc:docMk/>
            <pc:sldMk cId="2462002168" sldId="289"/>
            <ac:spMk id="10" creationId="{AD1A0B4D-6971-D4A9-9BAF-A48DA11B9B72}"/>
          </ac:spMkLst>
        </pc:spChg>
        <pc:spChg chg="add mod">
          <ac:chgData name="Joel Meier" userId="e9c0cad6c274b452" providerId="LiveId" clId="{E2C75911-DBA4-4E62-965C-AF22C2ACA3DB}" dt="2025-03-25T14:41:02.381" v="2879" actId="26606"/>
          <ac:spMkLst>
            <pc:docMk/>
            <pc:sldMk cId="2462002168" sldId="289"/>
            <ac:spMk id="13" creationId="{ED97B204-3954-A0E3-E20D-A215526F705B}"/>
          </ac:spMkLst>
        </pc:spChg>
        <pc:picChg chg="add mod">
          <ac:chgData name="Joel Meier" userId="e9c0cad6c274b452" providerId="LiveId" clId="{E2C75911-DBA4-4E62-965C-AF22C2ACA3DB}" dt="2025-04-01T13:17:54.395" v="4691" actId="1076"/>
          <ac:picMkLst>
            <pc:docMk/>
            <pc:sldMk cId="2462002168" sldId="289"/>
            <ac:picMk id="12" creationId="{BB4127C2-5732-58D5-5C1C-25252397B1B4}"/>
          </ac:picMkLst>
        </pc:picChg>
      </pc:sldChg>
      <pc:sldChg chg="addSp delSp modSp add del mod modClrScheme chgLayout">
        <pc:chgData name="Joel Meier" userId="e9c0cad6c274b452" providerId="LiveId" clId="{E2C75911-DBA4-4E62-965C-AF22C2ACA3DB}" dt="2025-03-25T14:41:58.751" v="2890" actId="47"/>
        <pc:sldMkLst>
          <pc:docMk/>
          <pc:sldMk cId="2140198633" sldId="290"/>
        </pc:sldMkLst>
      </pc:sldChg>
      <pc:sldChg chg="addSp delSp modSp add mod modClrScheme chgLayout">
        <pc:chgData name="Joel Meier" userId="e9c0cad6c274b452" providerId="LiveId" clId="{E2C75911-DBA4-4E62-965C-AF22C2ACA3DB}" dt="2025-04-01T13:18:26.757" v="4694"/>
        <pc:sldMkLst>
          <pc:docMk/>
          <pc:sldMk cId="13281842" sldId="291"/>
        </pc:sldMkLst>
        <pc:spChg chg="mod ord">
          <ac:chgData name="Joel Meier" userId="e9c0cad6c274b452" providerId="LiveId" clId="{E2C75911-DBA4-4E62-965C-AF22C2ACA3DB}" dt="2025-03-25T14:43:12.491" v="2925" actId="26606"/>
          <ac:spMkLst>
            <pc:docMk/>
            <pc:sldMk cId="13281842" sldId="291"/>
            <ac:spMk id="2" creationId="{AD236BAE-446F-FCEF-F782-916BF08D584D}"/>
          </ac:spMkLst>
        </pc:spChg>
        <pc:spChg chg="add mod">
          <ac:chgData name="Joel Meier" userId="e9c0cad6c274b452" providerId="LiveId" clId="{E2C75911-DBA4-4E62-965C-AF22C2ACA3DB}" dt="2025-04-01T13:18:26.757" v="4694"/>
          <ac:spMkLst>
            <pc:docMk/>
            <pc:sldMk cId="13281842" sldId="291"/>
            <ac:spMk id="3" creationId="{4BDB48E7-130F-6DC2-E6C0-F37DD929B33A}"/>
          </ac:spMkLst>
        </pc:spChg>
        <pc:spChg chg="mod ord">
          <ac:chgData name="Joel Meier" userId="e9c0cad6c274b452" providerId="LiveId" clId="{E2C75911-DBA4-4E62-965C-AF22C2ACA3DB}" dt="2025-03-25T14:43:12.491" v="2925" actId="26606"/>
          <ac:spMkLst>
            <pc:docMk/>
            <pc:sldMk cId="13281842" sldId="291"/>
            <ac:spMk id="4" creationId="{EEC6A800-89BC-AAE4-C0F7-267F45FE47FA}"/>
          </ac:spMkLst>
        </pc:spChg>
        <pc:spChg chg="mod ord">
          <ac:chgData name="Joel Meier" userId="e9c0cad6c274b452" providerId="LiveId" clId="{E2C75911-DBA4-4E62-965C-AF22C2ACA3DB}" dt="2025-03-25T14:43:12.491" v="2925" actId="26606"/>
          <ac:spMkLst>
            <pc:docMk/>
            <pc:sldMk cId="13281842" sldId="291"/>
            <ac:spMk id="5" creationId="{156E9C9A-8557-7401-22DF-F913C2C51F19}"/>
          </ac:spMkLst>
        </pc:spChg>
        <pc:spChg chg="mod ord">
          <ac:chgData name="Joel Meier" userId="e9c0cad6c274b452" providerId="LiveId" clId="{E2C75911-DBA4-4E62-965C-AF22C2ACA3DB}" dt="2025-03-25T14:43:12.491" v="2925" actId="26606"/>
          <ac:spMkLst>
            <pc:docMk/>
            <pc:sldMk cId="13281842" sldId="291"/>
            <ac:spMk id="6" creationId="{DFC660F3-157C-C380-36CC-34813989A0C3}"/>
          </ac:spMkLst>
        </pc:spChg>
        <pc:picChg chg="add mod">
          <ac:chgData name="Joel Meier" userId="e9c0cad6c274b452" providerId="LiveId" clId="{E2C75911-DBA4-4E62-965C-AF22C2ACA3DB}" dt="2025-03-25T14:45:05.255" v="2933" actId="962"/>
          <ac:picMkLst>
            <pc:docMk/>
            <pc:sldMk cId="13281842" sldId="291"/>
            <ac:picMk id="17" creationId="{5EC083CE-6445-6636-47D5-04219CF45564}"/>
          </ac:picMkLst>
        </pc:picChg>
      </pc:sldChg>
      <pc:sldChg chg="addSp delSp modSp add del mod">
        <pc:chgData name="Joel Meier" userId="e9c0cad6c274b452" providerId="LiveId" clId="{E2C75911-DBA4-4E62-965C-AF22C2ACA3DB}" dt="2025-03-25T14:46:05.350" v="2936" actId="47"/>
        <pc:sldMkLst>
          <pc:docMk/>
          <pc:sldMk cId="2152318123" sldId="292"/>
        </pc:sldMkLst>
      </pc:sldChg>
      <pc:sldChg chg="new del">
        <pc:chgData name="Joel Meier" userId="e9c0cad6c274b452" providerId="LiveId" clId="{E2C75911-DBA4-4E62-965C-AF22C2ACA3DB}" dt="2025-03-25T14:46:30.165" v="2939" actId="47"/>
        <pc:sldMkLst>
          <pc:docMk/>
          <pc:sldMk cId="3476566038" sldId="292"/>
        </pc:sldMkLst>
      </pc:sldChg>
      <pc:sldChg chg="modSp new mod">
        <pc:chgData name="Joel Meier" userId="e9c0cad6c274b452" providerId="LiveId" clId="{E2C75911-DBA4-4E62-965C-AF22C2ACA3DB}" dt="2025-03-25T14:46:46.826" v="2964" actId="20577"/>
        <pc:sldMkLst>
          <pc:docMk/>
          <pc:sldMk cId="3123067908" sldId="293"/>
        </pc:sldMkLst>
        <pc:spChg chg="mod">
          <ac:chgData name="Joel Meier" userId="e9c0cad6c274b452" providerId="LiveId" clId="{E2C75911-DBA4-4E62-965C-AF22C2ACA3DB}" dt="2025-03-25T14:46:39.955" v="2943" actId="122"/>
          <ac:spMkLst>
            <pc:docMk/>
            <pc:sldMk cId="3123067908" sldId="293"/>
            <ac:spMk id="2" creationId="{619DCD32-8B2E-1BBC-43D9-9008C9EB6B32}"/>
          </ac:spMkLst>
        </pc:spChg>
        <pc:spChg chg="mod">
          <ac:chgData name="Joel Meier" userId="e9c0cad6c274b452" providerId="LiveId" clId="{E2C75911-DBA4-4E62-965C-AF22C2ACA3DB}" dt="2025-03-25T14:46:46.826" v="2964" actId="20577"/>
          <ac:spMkLst>
            <pc:docMk/>
            <pc:sldMk cId="3123067908" sldId="293"/>
            <ac:spMk id="3" creationId="{A4B11ED9-56BD-39ED-D11D-BB0E3E11A876}"/>
          </ac:spMkLst>
        </pc:spChg>
      </pc:sldChg>
      <pc:sldChg chg="modSp add mod">
        <pc:chgData name="Joel Meier" userId="e9c0cad6c274b452" providerId="LiveId" clId="{E2C75911-DBA4-4E62-965C-AF22C2ACA3DB}" dt="2025-03-27T10:33:48.671" v="3851" actId="20577"/>
        <pc:sldMkLst>
          <pc:docMk/>
          <pc:sldMk cId="974423061" sldId="294"/>
        </pc:sldMkLst>
        <pc:spChg chg="mod">
          <ac:chgData name="Joel Meier" userId="e9c0cad6c274b452" providerId="LiveId" clId="{E2C75911-DBA4-4E62-965C-AF22C2ACA3DB}" dt="2025-03-27T10:33:48.671" v="3851" actId="20577"/>
          <ac:spMkLst>
            <pc:docMk/>
            <pc:sldMk cId="974423061" sldId="294"/>
            <ac:spMk id="3" creationId="{10F481D5-1C33-3A3E-2AB1-C2809F3DAB54}"/>
          </ac:spMkLst>
        </pc:spChg>
      </pc:sldChg>
      <pc:sldChg chg="addSp delSp modSp add del mod">
        <pc:chgData name="Joel Meier" userId="e9c0cad6c274b452" providerId="LiveId" clId="{E2C75911-DBA4-4E62-965C-AF22C2ACA3DB}" dt="2025-04-02T21:48:28.457" v="4843" actId="47"/>
        <pc:sldMkLst>
          <pc:docMk/>
          <pc:sldMk cId="1812421536" sldId="296"/>
        </pc:sldMkLst>
        <pc:spChg chg="add mod">
          <ac:chgData name="Joel Meier" userId="e9c0cad6c274b452" providerId="LiveId" clId="{E2C75911-DBA4-4E62-965C-AF22C2ACA3DB}" dt="2025-04-02T21:47:43.061" v="4829" actId="478"/>
          <ac:spMkLst>
            <pc:docMk/>
            <pc:sldMk cId="1812421536" sldId="296"/>
            <ac:spMk id="8" creationId="{8A7D00B8-5429-3FCB-583E-220319424D92}"/>
          </ac:spMkLst>
        </pc:spChg>
        <pc:picChg chg="del">
          <ac:chgData name="Joel Meier" userId="e9c0cad6c274b452" providerId="LiveId" clId="{E2C75911-DBA4-4E62-965C-AF22C2ACA3DB}" dt="2025-04-02T21:47:43.061" v="4829" actId="478"/>
          <ac:picMkLst>
            <pc:docMk/>
            <pc:sldMk cId="1812421536" sldId="296"/>
            <ac:picMk id="12" creationId="{E5E19A87-E062-3734-A5DD-67DFA5657BEA}"/>
          </ac:picMkLst>
        </pc:picChg>
      </pc:sldChg>
      <pc:sldChg chg="add">
        <pc:chgData name="Joel Meier" userId="e9c0cad6c274b452" providerId="LiveId" clId="{E2C75911-DBA4-4E62-965C-AF22C2ACA3DB}" dt="2025-04-02T21:47:40.284" v="4828"/>
        <pc:sldMkLst>
          <pc:docMk/>
          <pc:sldMk cId="1835716684" sldId="297"/>
        </pc:sldMkLst>
      </pc:sldChg>
      <pc:sldChg chg="addSp delSp modSp add mod">
        <pc:chgData name="Joel Meier" userId="e9c0cad6c274b452" providerId="LiveId" clId="{E2C75911-DBA4-4E62-965C-AF22C2ACA3DB}" dt="2025-04-02T21:50:08.306" v="4949" actId="1076"/>
        <pc:sldMkLst>
          <pc:docMk/>
          <pc:sldMk cId="3344570901" sldId="298"/>
        </pc:sldMkLst>
        <pc:spChg chg="add mod">
          <ac:chgData name="Joel Meier" userId="e9c0cad6c274b452" providerId="LiveId" clId="{E2C75911-DBA4-4E62-965C-AF22C2ACA3DB}" dt="2025-04-02T21:50:08.019" v="4948" actId="1076"/>
          <ac:spMkLst>
            <pc:docMk/>
            <pc:sldMk cId="3344570901" sldId="298"/>
            <ac:spMk id="8" creationId="{7EA5CD7B-B273-E9DA-96E1-ED9565337E51}"/>
          </ac:spMkLst>
        </pc:spChg>
        <pc:spChg chg="add del mod">
          <ac:chgData name="Joel Meier" userId="e9c0cad6c274b452" providerId="LiveId" clId="{E2C75911-DBA4-4E62-965C-AF22C2ACA3DB}" dt="2025-04-02T21:48:22.932" v="4842"/>
          <ac:spMkLst>
            <pc:docMk/>
            <pc:sldMk cId="3344570901" sldId="298"/>
            <ac:spMk id="11" creationId="{8BE6860E-B256-2495-F440-AAEB60870486}"/>
          </ac:spMkLst>
        </pc:spChg>
        <pc:spChg chg="add mod">
          <ac:chgData name="Joel Meier" userId="e9c0cad6c274b452" providerId="LiveId" clId="{E2C75911-DBA4-4E62-965C-AF22C2ACA3DB}" dt="2025-04-02T21:49:06.935" v="4889" actId="1076"/>
          <ac:spMkLst>
            <pc:docMk/>
            <pc:sldMk cId="3344570901" sldId="298"/>
            <ac:spMk id="14" creationId="{8E95D95F-24EC-8F27-E46D-D067F20E3C08}"/>
          </ac:spMkLst>
        </pc:spChg>
        <pc:spChg chg="mod">
          <ac:chgData name="Joel Meier" userId="e9c0cad6c274b452" providerId="LiveId" clId="{E2C75911-DBA4-4E62-965C-AF22C2ACA3DB}" dt="2025-04-02T21:47:59.021" v="4838" actId="20577"/>
          <ac:spMkLst>
            <pc:docMk/>
            <pc:sldMk cId="3344570901" sldId="298"/>
            <ac:spMk id="17" creationId="{855F92C0-34BD-9B19-5FC9-58534F2D9984}"/>
          </ac:spMkLst>
        </pc:spChg>
        <pc:picChg chg="add mod">
          <ac:chgData name="Joel Meier" userId="e9c0cad6c274b452" providerId="LiveId" clId="{E2C75911-DBA4-4E62-965C-AF22C2ACA3DB}" dt="2025-04-02T21:50:08.306" v="4949" actId="1076"/>
          <ac:picMkLst>
            <pc:docMk/>
            <pc:sldMk cId="3344570901" sldId="298"/>
            <ac:picMk id="10" creationId="{A3A2A1CD-D27C-781E-36D5-D2DA860568DA}"/>
          </ac:picMkLst>
        </pc:picChg>
        <pc:picChg chg="del">
          <ac:chgData name="Joel Meier" userId="e9c0cad6c274b452" providerId="LiveId" clId="{E2C75911-DBA4-4E62-965C-AF22C2ACA3DB}" dt="2025-04-02T21:47:45.296" v="4831" actId="478"/>
          <ac:picMkLst>
            <pc:docMk/>
            <pc:sldMk cId="3344570901" sldId="298"/>
            <ac:picMk id="12" creationId="{34E668CA-19FB-85D9-23D5-0C1572460E3B}"/>
          </ac:picMkLst>
        </pc:picChg>
      </pc:sldChg>
      <pc:sldMasterChg chg="modSp mod modSldLayout">
        <pc:chgData name="Joel Meier" userId="e9c0cad6c274b452" providerId="LiveId" clId="{E2C75911-DBA4-4E62-965C-AF22C2ACA3DB}" dt="2025-03-25T09:48:38.273" v="278" actId="20577"/>
        <pc:sldMasterMkLst>
          <pc:docMk/>
          <pc:sldMasterMk cId="0" sldId="2147483660"/>
        </pc:sldMasterMkLst>
        <pc:sldLayoutChg chg="modSp mod">
          <pc:chgData name="Joel Meier" userId="e9c0cad6c274b452" providerId="LiveId" clId="{E2C75911-DBA4-4E62-965C-AF22C2ACA3DB}" dt="2025-03-25T09:41:41.789" v="81" actId="20577"/>
          <pc:sldLayoutMkLst>
            <pc:docMk/>
            <pc:sldMasterMk cId="0" sldId="2147483648"/>
            <pc:sldLayoutMk cId="0" sldId="2147483649"/>
          </pc:sldLayoutMkLst>
          <pc:spChg chg="mod">
            <ac:chgData name="Joel Meier" userId="e9c0cad6c274b452" providerId="LiveId" clId="{E2C75911-DBA4-4E62-965C-AF22C2ACA3DB}" dt="2025-03-25T09:41:41.789" v="81" actId="20577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mod">
            <ac:chgData name="Joel Meier" userId="e9c0cad6c274b452" providerId="LiveId" clId="{E2C75911-DBA4-4E62-965C-AF22C2ACA3DB}" dt="2025-03-25T09:32:53.101" v="3" actId="20577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Joel Meier" userId="e9c0cad6c274b452" providerId="LiveId" clId="{E2C75911-DBA4-4E62-965C-AF22C2ACA3DB}" dt="2025-03-25T09:48:29.399" v="273"/>
          <pc:sldLayoutMkLst>
            <pc:docMk/>
            <pc:sldMasterMk cId="0" sldId="2147483648"/>
            <pc:sldLayoutMk cId="2133943454" sldId="2147483650"/>
          </pc:sldLayoutMkLst>
          <pc:spChg chg="mod">
            <ac:chgData name="Joel Meier" userId="e9c0cad6c274b452" providerId="LiveId" clId="{E2C75911-DBA4-4E62-965C-AF22C2ACA3DB}" dt="2025-03-25T09:48:29.399" v="273"/>
            <ac:spMkLst>
              <pc:docMk/>
              <pc:sldMasterMk cId="0" sldId="2147483648"/>
              <pc:sldLayoutMk cId="2133943454" sldId="2147483650"/>
              <ac:spMk id="5" creationId="{00000000-0000-0000-0000-000000000000}"/>
            </ac:spMkLst>
          </pc:spChg>
          <pc:spChg chg="mod">
            <ac:chgData name="Joel Meier" userId="e9c0cad6c274b452" providerId="LiveId" clId="{E2C75911-DBA4-4E62-965C-AF22C2ACA3DB}" dt="2025-03-25T09:48:19.444" v="272" actId="20577"/>
            <ac:spMkLst>
              <pc:docMk/>
              <pc:sldMasterMk cId="0" sldId="2147483648"/>
              <pc:sldLayoutMk cId="2133943454" sldId="2147483650"/>
              <ac:spMk id="6" creationId="{00000000-0000-0000-0000-000000000000}"/>
            </ac:spMkLst>
          </pc:spChg>
        </pc:sldLayoutChg>
        <pc:sldLayoutChg chg="modSp mod">
          <pc:chgData name="Joel Meier" userId="e9c0cad6c274b452" providerId="LiveId" clId="{E2C75911-DBA4-4E62-965C-AF22C2ACA3DB}" dt="2025-03-25T09:48:38.273" v="278" actId="20577"/>
          <pc:sldLayoutMkLst>
            <pc:docMk/>
            <pc:sldMasterMk cId="0" sldId="2147483648"/>
            <pc:sldLayoutMk cId="341425065" sldId="2147483657"/>
          </pc:sldLayoutMkLst>
          <pc:spChg chg="mod">
            <ac:chgData name="Joel Meier" userId="e9c0cad6c274b452" providerId="LiveId" clId="{E2C75911-DBA4-4E62-965C-AF22C2ACA3DB}" dt="2025-03-25T09:48:33.374" v="274"/>
            <ac:spMkLst>
              <pc:docMk/>
              <pc:sldMasterMk cId="0" sldId="2147483648"/>
              <pc:sldLayoutMk cId="341425065" sldId="2147483657"/>
              <ac:spMk id="5" creationId="{00000000-0000-0000-0000-000000000000}"/>
            </ac:spMkLst>
          </pc:spChg>
          <pc:spChg chg="mod">
            <ac:chgData name="Joel Meier" userId="e9c0cad6c274b452" providerId="LiveId" clId="{E2C75911-DBA4-4E62-965C-AF22C2ACA3DB}" dt="2025-03-25T09:48:38.273" v="278" actId="20577"/>
            <ac:spMkLst>
              <pc:docMk/>
              <pc:sldMasterMk cId="0" sldId="2147483648"/>
              <pc:sldLayoutMk cId="341425065" sldId="2147483657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3EDBC1-132A-5850-3272-53F00794AB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77336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DC3A8-AE09-AD60-F099-11F0776CC3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625850" y="0"/>
            <a:ext cx="277336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1AF35-439D-491E-BBA5-CCBCF4732C22}" type="datetimeFigureOut">
              <a:rPr lang="de-CH" smtClean="0"/>
              <a:t>19.01.2026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E1148-B5A5-3D0D-6ECE-DD6F8B8BC0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251825"/>
            <a:ext cx="277336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9115E-F4DA-69AC-3E6A-4C3E192848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625850" y="8251825"/>
            <a:ext cx="277336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4F237-674A-4730-8EBB-88F3012FE95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805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1:30.7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 0,'3964'0'0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1:51.3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 0,'3964'0'0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1:56.39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 0,'3964'0'0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2:40.6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0,'7257'33'0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2:45.22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 0,'7456'-33'0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2:49.50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 0,'7422'-67'0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2:58.12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0 100 0,'16196'-99'0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3:03.8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 0,'4354'-67'0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3:10.7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1 165 0,'16328'-164'0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7:03:15.3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 0,'16558'0'0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585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endParaRPr lang="de-CH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975" y="652463"/>
            <a:ext cx="5786438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9763" y="4125913"/>
            <a:ext cx="5121275" cy="3908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585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fld id="{54E7F490-E965-9B42-AE49-DA4BC6E663B1}" type="slidenum">
              <a:rPr lang="de-CH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84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963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6918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221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A219-7D61-0D11-A070-29C6A679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E0DE62E-A9DC-79E8-14CF-F7CA9FBE3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1C4D6A6-B859-B330-EB3C-3466B279F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0A63C-DBCF-AC7E-B675-B6F6AF272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4529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998B-EB72-2CD7-2369-BCBFA343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7F982C-427C-6468-33AF-0D248CAB7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99DCB6E-2E38-812D-13AE-176FE592D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84F5FE-403A-9C52-48EB-BCB1FEC6B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6076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2180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3564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4644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9036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9051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E657-F8FE-EE96-6F58-CA159A38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178492-761C-C748-2F88-28447B7C2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0C3A6A-A645-3E7D-1AA7-DACBF0E08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D20FE2-AB83-93CC-857B-E6475872F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9591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5144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1997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3818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8115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EE36-EFA4-A7E8-F881-FAA4002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520CD81-DFBE-B9F9-303A-3E69C04D9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DA41567-C5D9-8050-44EA-73F32C253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493DC9-797A-A6B9-96C2-73BE34B10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40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5338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094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1332-AD58-13D8-7CF6-A7E8497A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42A6A53-891C-B280-FDB4-717924C7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CF1C4E-AFA5-6D7A-68AD-6181895A8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3CBBFD-E25F-64A4-0472-61DA73D58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4812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B77D-325F-4E19-9E44-6E4BB0D0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1E3BECE-2B02-F01C-8F47-3EA34167C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8A646C-F259-CB0D-8DF3-65F9B3E1D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9C13A-68FE-42C2-3490-23A7DC0E0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1158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7C2C-6484-5545-0567-A579A75F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8FBCE2-21E1-EB52-1AE4-0DB35F40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00E065-983C-6028-AD00-E6BCE179C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DA55AE-471A-0330-F430-0A3FEBBF0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8747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2676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9208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2516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0937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878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1225" y="1989138"/>
            <a:ext cx="10369550" cy="1295400"/>
          </a:xfrm>
        </p:spPr>
        <p:txBody>
          <a:bodyPr/>
          <a:lstStyle>
            <a:lvl1pPr>
              <a:defRPr sz="3900"/>
            </a:lvl1pPr>
          </a:lstStyle>
          <a:p>
            <a:pPr lvl="0"/>
            <a:r>
              <a:rPr lang="en-US" noProof="0"/>
              <a:t>Click to edit Master title style</a:t>
            </a:r>
            <a:endParaRPr lang="de-CH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429000"/>
            <a:ext cx="10369550" cy="175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  <a:endParaRPr lang="de-CH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7A9AF-2BE2-41E2-97BF-77FCD39FA095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 dirty="0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9FCC3B"/>
          </p15:clr>
        </p15:guide>
        <p15:guide id="2" orient="horz" pos="2160" userDrawn="1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white">
          <a:xfrm>
            <a:off x="0" y="1125538"/>
            <a:ext cx="12192000" cy="5732462"/>
          </a:xfrm>
          <a:prstGeom prst="rect">
            <a:avLst/>
          </a:prstGeom>
          <a:solidFill>
            <a:srgbClr val="A3AD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441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0DC3C2-0E0E-4D18-BE18-616D8DC876DC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Page </a:t>
            </a:r>
            <a:fld id="{1C5791B1-6579-0B4D-B06F-613121D36EDE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3394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5" y="2205039"/>
            <a:ext cx="5005388" cy="388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9C5AF1-757E-462D-974C-8D5914701EED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Page </a:t>
            </a:r>
            <a:fld id="{1C5791B1-6579-0B4D-B06F-613121D36EDE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291040" y="2205039"/>
            <a:ext cx="5005388" cy="388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142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E1EFC4-3C4D-422A-8DB3-0DFB64049CAB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Seite </a:t>
            </a:r>
            <a:fld id="{25BB1AB0-9216-5944-841B-2A7418D2F24D}" type="slidenum">
              <a:rPr lang="de-CH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9864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>
          <a:xfrm>
            <a:off x="192089" y="188912"/>
            <a:ext cx="11807824" cy="6480175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3128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" userDrawn="1">
          <p15:clr>
            <a:srgbClr val="9FCC3B"/>
          </p15:clr>
        </p15:guide>
        <p15:guide id="2" pos="7559" userDrawn="1">
          <p15:clr>
            <a:srgbClr val="9FCC3B"/>
          </p15:clr>
        </p15:guide>
        <p15:guide id="3" orient="horz" pos="119" userDrawn="1">
          <p15:clr>
            <a:srgbClr val="9FCC3B"/>
          </p15:clr>
        </p15:guide>
        <p15:guide id="4" orient="horz" pos="4201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E9F3DA-C33F-4E5C-90B7-483DA2CDB4FA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Seite </a:t>
            </a:r>
            <a:fld id="{6DADB232-8830-5A47-BAA5-95C1DE269B83}" type="slidenum">
              <a:rPr lang="de-CH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8112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6F8-4040-7769-9191-5311A0A4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1FDA1-429F-4F22-EE45-C6B26F36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33656-896E-BA60-85A8-808105F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02193-9406-F6C8-94A5-0D41B0EC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F1A0DE4F-FB9D-3100-D332-8EC186D5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133031"/>
            <a:ext cx="2448471" cy="2089223"/>
          </a:xfrm>
        </p:spPr>
        <p:txBody>
          <a:bodyPr/>
          <a:lstStyle>
            <a:lvl5pPr marL="1368000" indent="0">
              <a:buNone/>
              <a:defRPr/>
            </a:lvl5pPr>
          </a:lstStyle>
          <a:p>
            <a:pPr lvl="4"/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13EB79-AA55-FC63-DD20-775C4EB5EB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1224" y="4292105"/>
            <a:ext cx="2448472" cy="208922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D8093DF-0452-3E93-B198-93F63490F96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03305" y="2133030"/>
            <a:ext cx="2462130" cy="2089224"/>
          </a:xfrm>
        </p:spPr>
        <p:txBody>
          <a:bodyPr/>
          <a:lstStyle>
            <a:lvl5pPr marL="1368000" indent="0">
              <a:buNone/>
              <a:defRPr/>
            </a:lvl5pPr>
          </a:lstStyle>
          <a:p>
            <a:pPr lvl="4"/>
            <a:endParaRPr lang="de-CH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8919E9C-4397-4BCA-6F1E-980E4D9A982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03305" y="4292105"/>
            <a:ext cx="2448472" cy="208922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8F3958A-FCA9-F0EF-97F9-0B979513BF5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509044" y="2133030"/>
            <a:ext cx="2520480" cy="20892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6EA0EE1-C94E-5F22-3E78-34628D10C59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509045" y="4292104"/>
            <a:ext cx="2520478" cy="20892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5566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6F8-4040-7769-9191-5311A0A4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1FDA1-429F-4F22-EE45-C6B26F36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862B-76DA-450E-BAD0-63E4287DFAA3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33656-896E-BA60-85A8-808105F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02193-9406-F6C8-94A5-0D41B0EC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13EB79-AA55-FC63-DD20-775C4EB5EB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1224" y="4292105"/>
            <a:ext cx="2448472" cy="208922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D8093DF-0452-3E93-B198-93F63490F96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03305" y="2133030"/>
            <a:ext cx="2462130" cy="2089224"/>
          </a:xfrm>
        </p:spPr>
        <p:txBody>
          <a:bodyPr/>
          <a:lstStyle>
            <a:lvl5pPr marL="1368000" indent="0">
              <a:buNone/>
              <a:defRPr/>
            </a:lvl5pPr>
          </a:lstStyle>
          <a:p>
            <a:pPr lvl="4"/>
            <a:endParaRPr lang="de-CH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8919E9C-4397-4BCA-6F1E-980E4D9A982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03305" y="4292105"/>
            <a:ext cx="2448472" cy="208922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6EA0EE1-C94E-5F22-3E78-34628D10C59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509045" y="4292104"/>
            <a:ext cx="2520478" cy="20892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839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6F8-4040-7769-9191-5311A0A4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1FDA1-429F-4F22-EE45-C6B26F36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B115-B328-477D-86A2-600EEF4BD68F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33656-896E-BA60-85A8-808105F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02193-9406-F6C8-94A5-0D41B0EC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13EB79-AA55-FC63-DD20-775C4EB5EB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400" y="2420888"/>
            <a:ext cx="3528392" cy="33843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8919E9C-4397-4BCA-6F1E-980E4D9A982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47320" y="2420888"/>
            <a:ext cx="3528391" cy="33843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6EA0EE1-C94E-5F22-3E78-34628D10C59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976763" y="2419750"/>
            <a:ext cx="3528391" cy="3384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541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6F8-4040-7769-9191-5311A0A4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1FDA1-429F-4F22-EE45-C6B26F36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C3FF-6923-4DD8-B86E-9AB55406F8D1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33656-896E-BA60-85A8-808105F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noProof="0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02193-9406-F6C8-94A5-0D41B0EC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5403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1225" y="1268414"/>
            <a:ext cx="10369550" cy="792434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2205039"/>
            <a:ext cx="10369550" cy="38877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1225" y="6524625"/>
            <a:ext cx="1246716" cy="2159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BABF0367-B0CE-4F10-BFA6-7BF81C592A77}" type="datetime1">
              <a:rPr lang="de-CH" smtClean="0"/>
              <a:t>19.01.2026</a:t>
            </a:fld>
            <a:endParaRPr lang="de-CH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5308" y="6524625"/>
            <a:ext cx="7008284" cy="2159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de-CH"/>
              <a:t>Master Thesis Midterm - Johanna Bieri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52484" y="6524625"/>
            <a:ext cx="828291" cy="2159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0" y="1125538"/>
            <a:ext cx="12192000" cy="0"/>
          </a:xfrm>
          <a:prstGeom prst="line">
            <a:avLst/>
          </a:prstGeom>
          <a:noFill/>
          <a:ln w="15875">
            <a:solidFill>
              <a:srgbClr val="A3ADB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1700"/>
          </a:p>
        </p:txBody>
      </p:sp>
      <p:pic>
        <p:nvPicPr>
          <p:cNvPr id="10" name="Picture 7" descr="uzh_logo_d_pos_grau_1mm"/>
          <p:cNvPicPr preferRelativeResize="0"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6" y="142875"/>
            <a:ext cx="1868488" cy="6842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9"/>
          <p:cNvSpPr txBox="1">
            <a:spLocks noChangeArrowheads="1"/>
          </p:cNvSpPr>
          <p:nvPr userDrawn="1"/>
        </p:nvSpPr>
        <p:spPr bwMode="auto">
          <a:xfrm>
            <a:off x="911225" y="852488"/>
            <a:ext cx="7332663" cy="22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36000" rIns="0" bIns="0"/>
          <a:lstStyle/>
          <a:p>
            <a:pPr>
              <a:spcBef>
                <a:spcPct val="50000"/>
              </a:spcBef>
            </a:pPr>
            <a:r>
              <a:rPr lang="en-US" sz="1400" b="1" noProof="0" dirty="0"/>
              <a:t>Department of Informatics – Communication Systems Group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4" r:id="rId5"/>
    <p:sldLayoutId id="2147483658" r:id="rId6"/>
    <p:sldLayoutId id="2147483655" r:id="rId7"/>
    <p:sldLayoutId id="2147483660" r:id="rId8"/>
    <p:sldLayoutId id="2147483661" r:id="rId9"/>
    <p:sldLayoutId id="2147483662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A5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42000" indent="-342000" algn="l" rtl="0" eaLnBrk="1" fontAlgn="base" hangingPunct="1">
        <a:spcBef>
          <a:spcPct val="40000"/>
        </a:spcBef>
        <a:spcAft>
          <a:spcPct val="0"/>
        </a:spcAft>
        <a:buFont typeface="Arial" panose="020B0604020202020204" pitchFamily="34" charset="0"/>
        <a:buChar char="–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684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2pPr>
      <a:lvl3pPr marL="1026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3pPr>
      <a:lvl4pPr marL="1368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4pPr>
      <a:lvl5pPr marL="1710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5pPr>
      <a:lvl6pPr marL="18954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6pPr>
      <a:lvl7pPr marL="23526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7pPr>
      <a:lvl8pPr marL="28098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8pPr>
      <a:lvl9pPr marL="32670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4" userDrawn="1">
          <p15:clr>
            <a:srgbClr val="F26B43"/>
          </p15:clr>
        </p15:guide>
        <p15:guide id="2" pos="7106" userDrawn="1">
          <p15:clr>
            <a:srgbClr val="F26B43"/>
          </p15:clr>
        </p15:guide>
        <p15:guide id="3" orient="horz" pos="1389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3953" userDrawn="1">
          <p15:clr>
            <a:srgbClr val="5ACBF0"/>
          </p15:clr>
        </p15:guide>
        <p15:guide id="8" pos="3727" userDrawn="1">
          <p15:clr>
            <a:srgbClr val="5ACBF0"/>
          </p15:clr>
        </p15:guide>
        <p15:guide id="9" pos="2615" userDrawn="1">
          <p15:clr>
            <a:srgbClr val="5ACBF0"/>
          </p15:clr>
        </p15:guide>
        <p15:guide id="10" pos="2819" userDrawn="1">
          <p15:clr>
            <a:srgbClr val="5ACBF0"/>
          </p15:clr>
        </p15:guide>
        <p15:guide id="11" pos="4861" userDrawn="1">
          <p15:clr>
            <a:srgbClr val="5ACBF0"/>
          </p15:clr>
        </p15:guide>
        <p15:guide id="12" pos="5065" userDrawn="1">
          <p15:clr>
            <a:srgbClr val="5ACBF0"/>
          </p15:clr>
        </p15:guide>
        <p15:guide id="13" orient="horz" pos="709" userDrawn="1">
          <p15:clr>
            <a:srgbClr val="F26B43"/>
          </p15:clr>
        </p15:guide>
        <p15:guide id="14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8.png"/><Relationship Id="rId15" Type="http://schemas.openxmlformats.org/officeDocument/2006/relationships/image" Target="../media/image12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A725-9B10-A3E5-E489-9C846545D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Scalable BLE Cluster Fingerprinting for High-Density IoT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5A8E7-9221-76EB-1BC2-990830E07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4221088"/>
            <a:ext cx="10369550" cy="1752600"/>
          </a:xfrm>
        </p:spPr>
        <p:txBody>
          <a:bodyPr/>
          <a:lstStyle/>
          <a:p>
            <a:r>
              <a:rPr lang="en-US" noProof="0" dirty="0"/>
              <a:t>Johanna Bieri</a:t>
            </a:r>
          </a:p>
          <a:p>
            <a:r>
              <a:rPr lang="en-US" noProof="0" dirty="0"/>
              <a:t>Master Thesis: End Presentation</a:t>
            </a:r>
          </a:p>
          <a:p>
            <a:r>
              <a:rPr lang="en-US" noProof="0" dirty="0"/>
              <a:t>Supervisor: Katharina Müller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1B45-7B92-01D7-E1C4-BB444A96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8DF46-8220-49B1-87DA-EF64DD485AE6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96CA4-DDC2-C41E-4CFD-AE249567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End Presentation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A4B67-6C7E-2649-313A-0DAB68E8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6549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C458-E8E3-508E-737A-25728B25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10B7-C3D7-1D20-455D-16051B1CF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Thesis Motivation and Goals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Target Groups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and Labeling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Model Selection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</a:t>
            </a:r>
            <a:endParaRPr lang="en-US" noProof="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Conclusions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Future Work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Q&amp;A</a:t>
            </a:r>
          </a:p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4536-42B9-299F-D813-5E611FDD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D40A-7245-4786-9847-F29D9D189067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B76D-FEBB-F011-C73D-213A3777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F111-527A-DE9C-5CEE-D3081B77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607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D7A1-A1B9-99B5-49AE-CE381DB3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9123-5155-3322-4D47-E690C839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268414"/>
            <a:ext cx="10369550" cy="792434"/>
          </a:xfrm>
        </p:spPr>
        <p:txBody>
          <a:bodyPr wrap="square" anchor="t">
            <a:normAutofit/>
          </a:bodyPr>
          <a:lstStyle/>
          <a:p>
            <a:r>
              <a:rPr lang="en-US" noProof="0" dirty="0"/>
              <a:t>Thesis Motivation and Goals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85BEE92-7210-B5F8-B886-36CDC15F7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205039"/>
            <a:ext cx="5005388" cy="38877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noProof="0" dirty="0"/>
              <a:t>Bluetooth devices are ubiquitous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Bluetooth Low Energy (BLE)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Used for device discovery and connection initiation</a:t>
            </a:r>
          </a:p>
          <a:p>
            <a:pPr lvl="1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Transmitted over </a:t>
            </a:r>
            <a:r>
              <a:rPr lang="en-US" sz="1400" b="1" i="1" dirty="0"/>
              <a:t>public</a:t>
            </a:r>
            <a:r>
              <a:rPr lang="en-US" sz="1400" dirty="0"/>
              <a:t> advertising channels</a:t>
            </a:r>
            <a:br>
              <a:rPr lang="en-US" sz="1400" dirty="0"/>
            </a:br>
            <a:r>
              <a:rPr lang="en-US" sz="1400" dirty="0">
                <a:sym typeface="Wingdings" panose="05000000000000000000" pitchFamily="2" charset="2"/>
              </a:rPr>
              <a:t> Significant privacy concerns</a:t>
            </a:r>
          </a:p>
          <a:p>
            <a:pPr marL="0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Investigation of Generalizability:</a:t>
            </a:r>
            <a:endParaRPr lang="en-US" sz="1400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sz="1400" dirty="0"/>
              <a:t>RQ1</a:t>
            </a:r>
            <a:r>
              <a:rPr lang="en-US" sz="1400" i="1" dirty="0"/>
              <a:t>: </a:t>
            </a:r>
            <a:r>
              <a:rPr lang="en-US" sz="1400" dirty="0"/>
              <a:t>Can the method reliably distinguish clusters of previously unseen devices from the </a:t>
            </a:r>
            <a:r>
              <a:rPr lang="en-US" sz="1400" i="1" dirty="0">
                <a:latin typeface="Arial Nova Light" panose="020B0304020202020204" pitchFamily="34" charset="0"/>
              </a:rPr>
              <a:t>same</a:t>
            </a:r>
            <a:r>
              <a:rPr lang="en-US" sz="1400" dirty="0"/>
              <a:t> ecosystem?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sz="1400" dirty="0"/>
              <a:t>RQ2: Can the method reliably distinguish clusters of previously unseen devices from a </a:t>
            </a:r>
            <a:r>
              <a:rPr lang="en-US" sz="1400" i="1" dirty="0">
                <a:latin typeface="Arial Nova Light" panose="020B0304020202020204" pitchFamily="34" charset="0"/>
              </a:rPr>
              <a:t>different</a:t>
            </a:r>
            <a:r>
              <a:rPr lang="en-US" sz="1400" dirty="0"/>
              <a:t> ecosystem?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sz="1400" dirty="0"/>
              <a:t>RQ3: Does the number of devices within the target group affect the method’s ability to identify it?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50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3F3E7-C918-2AC4-10E1-7A25B337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225" y="6524625"/>
            <a:ext cx="1246716" cy="2159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5E917FE-FE69-49C9-8339-5B5AD85AA7FE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FFB08-5891-B82F-C097-89303F87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55308" y="6524625"/>
            <a:ext cx="7008284" cy="2159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91F29-CD04-A433-7065-3469638D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2484" y="6524625"/>
            <a:ext cx="828291" cy="2159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CCC16AF-4205-E691-1742-CAA2FCB0B03B}"/>
              </a:ext>
            </a:extLst>
          </p:cNvPr>
          <p:cNvSpPr txBox="1"/>
          <p:nvPr/>
        </p:nvSpPr>
        <p:spPr>
          <a:xfrm>
            <a:off x="8544272" y="735437"/>
            <a:ext cx="364772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1 - Thesis Motivation and Goals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A71F786-28B6-E09D-0130-95DF974E19F1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63" y="2449911"/>
            <a:ext cx="5900737" cy="295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659DF163-ECE6-8986-BB38-50CBDCBCEEC3}"/>
              </a:ext>
            </a:extLst>
          </p:cNvPr>
          <p:cNvSpPr txBox="1"/>
          <p:nvPr/>
        </p:nvSpPr>
        <p:spPr>
          <a:xfrm>
            <a:off x="5663952" y="4923681"/>
            <a:ext cx="770485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noProof="0" dirty="0"/>
              <a:t>BLE primary advertising channels (blue)</a:t>
            </a:r>
          </a:p>
          <a:p>
            <a:pPr algn="ctr"/>
            <a:r>
              <a:rPr lang="en-US" sz="1000" noProof="0" dirty="0">
                <a:solidFill>
                  <a:schemeClr val="bg1">
                    <a:lumMod val="50000"/>
                  </a:schemeClr>
                </a:solidFill>
              </a:rPr>
              <a:t>Image from </a:t>
            </a:r>
            <a:r>
              <a:rPr lang="en-US" sz="1000" noProof="0" dirty="0" err="1">
                <a:solidFill>
                  <a:schemeClr val="bg1">
                    <a:lumMod val="50000"/>
                  </a:schemeClr>
                </a:solidFill>
              </a:rPr>
              <a:t>NordicSemi</a:t>
            </a:r>
            <a:endParaRPr lang="en-US" sz="1000" noProof="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700" dirty="0">
                <a:solidFill>
                  <a:schemeClr val="bg1">
                    <a:lumMod val="50000"/>
                  </a:schemeClr>
                </a:solidFill>
              </a:rPr>
              <a:t>https://sp-ao.shortpixel.ai/client/to_webp,q_glossy,ret_img,w_1201/https:/</a:t>
            </a:r>
            <a:br>
              <a:rPr lang="en-US" sz="7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700" dirty="0">
                <a:solidFill>
                  <a:schemeClr val="bg1">
                    <a:lumMod val="50000"/>
                  </a:schemeClr>
                </a:solidFill>
              </a:rPr>
              <a:t>/academy.nordicsemi.com/wp-content/uploads/2023/03/blefund_less1_ad_channels.png</a:t>
            </a:r>
            <a:endParaRPr lang="en-US" sz="7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0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09BE-9DAB-3FB9-0CB3-05AF0E02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7F9C-9F92-EBE5-4930-4BF20917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Groups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A4738-9AFF-3A93-7142-FFB5130F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FE74-3758-4D05-9F0E-0CF484DDD5C2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1BD9-EF95-D3EA-271C-026F5ABB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F436A-7FC1-F837-B1A0-BEA53FB0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CFDD2E-6484-4381-748A-F390DE112712}"/>
              </a:ext>
            </a:extLst>
          </p:cNvPr>
          <p:cNvSpPr txBox="1"/>
          <p:nvPr/>
        </p:nvSpPr>
        <p:spPr>
          <a:xfrm>
            <a:off x="9263592" y="735437"/>
            <a:ext cx="29284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2 - Target Groups</a:t>
            </a:r>
          </a:p>
        </p:txBody>
      </p:sp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8105EA12-0811-5FAD-7184-E2B507D3B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454088"/>
              </p:ext>
            </p:extLst>
          </p:nvPr>
        </p:nvGraphicFramePr>
        <p:xfrm>
          <a:off x="911225" y="2060848"/>
          <a:ext cx="7776864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706">
                  <a:extLst>
                    <a:ext uri="{9D8B030D-6E8A-4147-A177-3AD203B41FA5}">
                      <a16:colId xmlns:a16="http://schemas.microsoft.com/office/drawing/2014/main" val="762693145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0057668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24086954"/>
                    </a:ext>
                  </a:extLst>
                </a:gridCol>
                <a:gridCol w="2363750">
                  <a:extLst>
                    <a:ext uri="{9D8B030D-6E8A-4147-A177-3AD203B41FA5}">
                      <a16:colId xmlns:a16="http://schemas.microsoft.com/office/drawing/2014/main" val="275449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Device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9242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dirty="0"/>
                        <a:t>Samsung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Group 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smartphone</a:t>
                      </a:r>
                      <a:br>
                        <a:rPr lang="en-US" dirty="0"/>
                      </a:br>
                      <a:r>
                        <a:rPr lang="en-US" dirty="0"/>
                        <a:t>tracker</a:t>
                      </a:r>
                      <a:br>
                        <a:rPr lang="en-US" dirty="0"/>
                      </a:br>
                      <a:r>
                        <a:rPr lang="en-US" dirty="0"/>
                        <a:t>wireless earbuds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 Galaxy S23</a:t>
                      </a:r>
                      <a:br>
                        <a:rPr lang="en-US" dirty="0"/>
                      </a:br>
                      <a:r>
                        <a:rPr lang="en-US" dirty="0"/>
                        <a:t>1x SmartTag</a:t>
                      </a:r>
                      <a:br>
                        <a:rPr lang="en-US" dirty="0"/>
                      </a:br>
                      <a:r>
                        <a:rPr lang="en-US" dirty="0"/>
                        <a:t>1x Galaxy Buds2 Pro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808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smartphone</a:t>
                      </a:r>
                      <a:br>
                        <a:rPr lang="en-US" dirty="0"/>
                      </a:br>
                      <a:r>
                        <a:rPr lang="en-US" dirty="0"/>
                        <a:t>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 Galaxy S22+</a:t>
                      </a:r>
                      <a:br>
                        <a:rPr lang="en-US" dirty="0"/>
                      </a:br>
                      <a:r>
                        <a:rPr lang="en-US" dirty="0"/>
                        <a:t>1x SmartTag+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7017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Group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smartphone</a:t>
                      </a:r>
                      <a:br>
                        <a:rPr lang="en-US" dirty="0"/>
                      </a:br>
                      <a:r>
                        <a:rPr lang="en-US" dirty="0"/>
                        <a:t>tracker</a:t>
                      </a:r>
                      <a:br>
                        <a:rPr lang="en-US" dirty="0"/>
                      </a:br>
                      <a:r>
                        <a:rPr lang="en-US" dirty="0"/>
                        <a:t>wireless earbuds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 Galaxy S22+</a:t>
                      </a:r>
                      <a:br>
                        <a:rPr lang="en-US" dirty="0"/>
                      </a:br>
                      <a:r>
                        <a:rPr lang="en-US" dirty="0"/>
                        <a:t>1x SmartTag+</a:t>
                      </a:r>
                      <a:br>
                        <a:rPr lang="en-US" dirty="0"/>
                      </a:br>
                      <a:r>
                        <a:rPr lang="en-US" dirty="0"/>
                        <a:t>1x Galaxy Buds 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8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tablet</a:t>
                      </a:r>
                      <a:br>
                        <a:rPr lang="en-US" dirty="0"/>
                      </a:br>
                      <a:r>
                        <a:rPr lang="en-US" dirty="0"/>
                        <a:t>tracker</a:t>
                      </a:r>
                      <a:br>
                        <a:rPr lang="en-US" dirty="0"/>
                      </a:br>
                      <a:r>
                        <a:rPr lang="en-US" dirty="0"/>
                        <a:t>wireless earbuds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 iPad</a:t>
                      </a:r>
                      <a:br>
                        <a:rPr lang="en-US" dirty="0"/>
                      </a:br>
                      <a:r>
                        <a:rPr lang="en-US" dirty="0"/>
                        <a:t>1x AirTag</a:t>
                      </a:r>
                      <a:br>
                        <a:rPr lang="en-US" dirty="0"/>
                      </a:br>
                      <a:r>
                        <a:rPr lang="en-US" dirty="0"/>
                        <a:t>1x AirPods Pro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296940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89217C9A-C249-C413-29D8-FA792273CFA3}"/>
              </a:ext>
            </a:extLst>
          </p:cNvPr>
          <p:cNvSpPr txBox="1"/>
          <p:nvPr/>
        </p:nvSpPr>
        <p:spPr>
          <a:xfrm>
            <a:off x="911225" y="5949280"/>
            <a:ext cx="11017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from J. </a:t>
            </a:r>
            <a:r>
              <a:rPr lang="en-US" sz="1000" dirty="0" err="1"/>
              <a:t>Meier,“Clustered</a:t>
            </a:r>
            <a:r>
              <a:rPr lang="en-US" sz="1000" dirty="0"/>
              <a:t> Fingerprinting and Tracking in High-Density Internet of Things (IoT) </a:t>
            </a:r>
            <a:r>
              <a:rPr lang="en-US" sz="1000" dirty="0" err="1"/>
              <a:t>Environments,”Master’s</a:t>
            </a:r>
            <a:r>
              <a:rPr lang="en-US" sz="1000" dirty="0"/>
              <a:t> thesis, University of Zurich, Zurich, Switzerland, July 2025.</a:t>
            </a:r>
          </a:p>
        </p:txBody>
      </p:sp>
    </p:spTree>
    <p:extLst>
      <p:ext uri="{BB962C8B-B14F-4D97-AF65-F5344CB8AC3E}">
        <p14:creationId xmlns:p14="http://schemas.microsoft.com/office/powerpoint/2010/main" val="370231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988F-51C9-F0AB-E29E-3C7D7340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>
            <a:extLst>
              <a:ext uri="{FF2B5EF4-FFF2-40B4-BE49-F238E27FC236}">
                <a16:creationId xmlns:a16="http://schemas.microsoft.com/office/drawing/2014/main" id="{3C5DDED7-C260-F505-58E8-8310E4026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2615325"/>
            <a:ext cx="11922611" cy="3045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F0A8E4-B387-5FF0-F432-4B3F2FAF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Labeling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06433-74EF-69A2-E7A3-F5FFBB50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B1D79-B862-4131-B860-E6D867168912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61D7-1532-5A8B-B30F-044C1B53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0CB05-998F-E01C-B599-11A323F6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926A7331-1AEA-2369-0E2A-9D4C7E616C27}"/>
              </a:ext>
            </a:extLst>
          </p:cNvPr>
          <p:cNvSpPr txBox="1"/>
          <p:nvPr/>
        </p:nvSpPr>
        <p:spPr>
          <a:xfrm>
            <a:off x="2339070" y="6164764"/>
            <a:ext cx="6840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0" dirty="0">
                <a:solidFill>
                  <a:schemeClr val="bg1">
                    <a:lumMod val="50000"/>
                  </a:schemeClr>
                </a:solidFill>
              </a:rPr>
              <a:t>Image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of Wireshark UI</a:t>
            </a:r>
            <a:endParaRPr lang="en-US" sz="10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27D21B9-AD83-F501-DC04-BA6C102A03EE}"/>
              </a:ext>
            </a:extLst>
          </p:cNvPr>
          <p:cNvSpPr/>
          <p:nvPr/>
        </p:nvSpPr>
        <p:spPr bwMode="auto">
          <a:xfrm>
            <a:off x="6874872" y="4869160"/>
            <a:ext cx="733296" cy="20005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B33C2C0-E592-F270-4A70-492872BCF3A8}"/>
              </a:ext>
            </a:extLst>
          </p:cNvPr>
          <p:cNvSpPr/>
          <p:nvPr/>
        </p:nvSpPr>
        <p:spPr bwMode="auto">
          <a:xfrm>
            <a:off x="4943872" y="3358630"/>
            <a:ext cx="864096" cy="51358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0504B16-8441-B8BA-C319-F23C8AD01D19}"/>
              </a:ext>
            </a:extLst>
          </p:cNvPr>
          <p:cNvSpPr/>
          <p:nvPr/>
        </p:nvSpPr>
        <p:spPr bwMode="auto">
          <a:xfrm>
            <a:off x="7680176" y="3999956"/>
            <a:ext cx="3983192" cy="144526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A0B1D82-9F62-F021-2A1E-B4AD2FEB5CE4}"/>
              </a:ext>
            </a:extLst>
          </p:cNvPr>
          <p:cNvSpPr txBox="1"/>
          <p:nvPr/>
        </p:nvSpPr>
        <p:spPr>
          <a:xfrm>
            <a:off x="9263592" y="735437"/>
            <a:ext cx="292840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</a:rPr>
              <a:t>3 - Data and Labeling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23F590FF-E533-0A36-7508-AAEB4837E652}"/>
                  </a:ext>
                </a:extLst>
              </p14:cNvPr>
              <p14:cNvContentPartPr/>
              <p14:nvPr/>
            </p14:nvContentPartPr>
            <p14:xfrm>
              <a:off x="5028640" y="3457980"/>
              <a:ext cx="1427400" cy="72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23F590FF-E533-0A36-7508-AAEB4837E6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3000" y="3313980"/>
                <a:ext cx="14990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1151AAD6-B764-9FD5-D25E-6FDC06E57D1D}"/>
                  </a:ext>
                </a:extLst>
              </p14:cNvPr>
              <p14:cNvContentPartPr/>
              <p14:nvPr/>
            </p14:nvContentPartPr>
            <p14:xfrm>
              <a:off x="5012184" y="3601996"/>
              <a:ext cx="1427400" cy="72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1151AAD6-B764-9FD5-D25E-6FDC06E57D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6544" y="3457996"/>
                <a:ext cx="14990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1BF60369-4B63-7A57-F6EB-8BF570AF82EF}"/>
                  </a:ext>
                </a:extLst>
              </p14:cNvPr>
              <p14:cNvContentPartPr/>
              <p14:nvPr/>
            </p14:nvContentPartPr>
            <p14:xfrm>
              <a:off x="4999424" y="3746012"/>
              <a:ext cx="1427400" cy="72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1BF60369-4B63-7A57-F6EB-8BF570AF82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3784" y="3602012"/>
                <a:ext cx="14990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5C7A3A68-0F4A-6F01-DBEF-B1E77547E918}"/>
                  </a:ext>
                </a:extLst>
              </p14:cNvPr>
              <p14:cNvContentPartPr/>
              <p14:nvPr/>
            </p14:nvContentPartPr>
            <p14:xfrm>
              <a:off x="5832448" y="4130668"/>
              <a:ext cx="2612880" cy="1224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5C7A3A68-0F4A-6F01-DBEF-B1E77547E9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96448" y="4058668"/>
                <a:ext cx="26845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6D5A9F46-2A7F-5F6B-CDD9-A467D32D373F}"/>
                  </a:ext>
                </a:extLst>
              </p14:cNvPr>
              <p14:cNvContentPartPr/>
              <p14:nvPr/>
            </p14:nvContentPartPr>
            <p14:xfrm>
              <a:off x="5807968" y="4296988"/>
              <a:ext cx="2684880" cy="1224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6D5A9F46-2A7F-5F6B-CDD9-A467D32D37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72328" y="4224988"/>
                <a:ext cx="27565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EB46EE62-530D-A0EC-2E83-DE59233204B8}"/>
                  </a:ext>
                </a:extLst>
              </p14:cNvPr>
              <p14:cNvContentPartPr/>
              <p14:nvPr/>
            </p14:nvContentPartPr>
            <p14:xfrm>
              <a:off x="5820208" y="4451068"/>
              <a:ext cx="2672640" cy="2448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EB46EE62-530D-A0EC-2E83-DE59233204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84568" y="4379068"/>
                <a:ext cx="27442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3F1245FC-C2DA-F427-E125-2F9F2617C5F9}"/>
                  </a:ext>
                </a:extLst>
              </p14:cNvPr>
              <p14:cNvContentPartPr/>
              <p14:nvPr/>
            </p14:nvContentPartPr>
            <p14:xfrm>
              <a:off x="5832448" y="4593628"/>
              <a:ext cx="5830920" cy="3600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3F1245FC-C2DA-F427-E125-2F9F2617C5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96448" y="4521988"/>
                <a:ext cx="59025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27B8EFC4-0156-3299-C113-E315E5F1D5F5}"/>
                  </a:ext>
                </a:extLst>
              </p14:cNvPr>
              <p14:cNvContentPartPr/>
              <p14:nvPr/>
            </p14:nvContentPartPr>
            <p14:xfrm>
              <a:off x="5832448" y="4937788"/>
              <a:ext cx="1567800" cy="2448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27B8EFC4-0156-3299-C113-E315E5F1D5F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96448" y="4865788"/>
                <a:ext cx="16394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FFEECAD5-74ED-199A-3E7E-51A12FB153C4}"/>
                  </a:ext>
                </a:extLst>
              </p14:cNvPr>
              <p14:cNvContentPartPr/>
              <p14:nvPr/>
            </p14:nvContentPartPr>
            <p14:xfrm>
              <a:off x="5807968" y="5092588"/>
              <a:ext cx="5878800" cy="5940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FFEECAD5-74ED-199A-3E7E-51A12FB153C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72328" y="5020948"/>
                <a:ext cx="59504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9FA56A97-9203-C6EA-570B-72576D61201B}"/>
                  </a:ext>
                </a:extLst>
              </p14:cNvPr>
              <p14:cNvContentPartPr/>
              <p14:nvPr/>
            </p14:nvContentPartPr>
            <p14:xfrm>
              <a:off x="5820208" y="5300488"/>
              <a:ext cx="5961600" cy="720"/>
            </p14:xfrm>
          </p:contentPart>
        </mc:Choice>
        <mc:Fallback xmlns=""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9FA56A97-9203-C6EA-570B-72576D6120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84568" y="5156488"/>
                <a:ext cx="603324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752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9781-2BAF-B1C4-54E1-61153B35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507D-7B37-CB7C-B502-90ACC3E9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noProof="0" dirty="0"/>
              <a:t>Model Selection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F3DA1A6-B328-B712-70CC-59AB2E9E6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noProof="0" dirty="0"/>
              <a:t>Supervised modeling: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noProof="0" dirty="0"/>
              <a:t>Random </a:t>
            </a:r>
            <a:r>
              <a:rPr lang="en-US" dirty="0"/>
              <a:t>F</a:t>
            </a:r>
            <a:r>
              <a:rPr lang="en-US" noProof="0" dirty="0" err="1"/>
              <a:t>orest</a:t>
            </a:r>
            <a:r>
              <a:rPr lang="en-US" noProof="0" dirty="0"/>
              <a:t> (RF)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noProof="0" dirty="0"/>
              <a:t>Multi-Layer Perceptron (MLP)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noProof="0" dirty="0"/>
              <a:t>Stochastic Gradient </a:t>
            </a:r>
            <a:r>
              <a:rPr lang="en-US" dirty="0"/>
              <a:t>D</a:t>
            </a:r>
            <a:r>
              <a:rPr lang="en-US" noProof="0" dirty="0" err="1"/>
              <a:t>escent</a:t>
            </a:r>
            <a:r>
              <a:rPr lang="en-US" dirty="0"/>
              <a:t> (SGD)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Unsupervised modeling: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KMeans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BisectingKMeans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Birch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113FD-B8EB-D24E-950E-06AE9E44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016D7002-6B3A-46A7-8F6B-80F064D79182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D2177-5271-4A87-4F91-781B2E9C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F4AF-44C7-7BC4-F5ED-A2BEC1AB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BCE017B-2BD2-FED3-7108-0A90001F5F8A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4 -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47438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CD32-8B2E-1BBC-43D9-9008C9EB6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3105150"/>
            <a:ext cx="10369550" cy="1259954"/>
          </a:xfrm>
        </p:spPr>
        <p:txBody>
          <a:bodyPr/>
          <a:lstStyle/>
          <a:p>
            <a:pPr algn="ctr"/>
            <a:r>
              <a:rPr lang="en-US" dirty="0"/>
              <a:t>Experiment 1: Samsung Ecosystem</a:t>
            </a:r>
            <a:br>
              <a:rPr lang="en-US" dirty="0"/>
            </a:br>
            <a:r>
              <a:rPr lang="en-US" dirty="0"/>
              <a:t>(RQ1)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A775D-E6A4-2620-B732-FB970D28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8F11-6CAB-49C4-9AE7-8D6370A609B8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770D7-39A5-2CE2-956E-581B9DAC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B05B-8E66-15BA-F2B7-A8FF838B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0426A2F-9800-F561-0FB7-004647321788}"/>
              </a:ext>
            </a:extLst>
          </p:cNvPr>
          <p:cNvSpPr txBox="1"/>
          <p:nvPr/>
        </p:nvSpPr>
        <p:spPr>
          <a:xfrm>
            <a:off x="9696400" y="735437"/>
            <a:ext cx="2495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</p:spTree>
    <p:extLst>
      <p:ext uri="{BB962C8B-B14F-4D97-AF65-F5344CB8AC3E}">
        <p14:creationId xmlns:p14="http://schemas.microsoft.com/office/powerpoint/2010/main" val="3123067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8FDD4-E3B3-DD34-B9A7-AF52D72A3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5662"/>
            <a:ext cx="10369550" cy="433138"/>
          </a:xfrm>
        </p:spPr>
        <p:txBody>
          <a:bodyPr/>
          <a:lstStyle/>
          <a:p>
            <a:r>
              <a:rPr lang="en-US" dirty="0"/>
              <a:t>Experiment 1: Samsung Interference-free Dataset (Group 3)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48401B-F4E4-18B6-4841-EF9D3A53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C0DE6F-E9AA-8C46-D399-2AA5F198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780117-A7A2-D458-A2D5-CA41A3C0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8</a:t>
            </a:fld>
            <a:endParaRPr lang="de-CH" dirty="0"/>
          </a:p>
        </p:txBody>
      </p:sp>
      <p:pic>
        <p:nvPicPr>
          <p:cNvPr id="14" name="Inhaltsplatzhalter 1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04479EA-5443-CABE-1582-CBCD5364E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820" y="1701552"/>
            <a:ext cx="2324734" cy="2089150"/>
          </a:xfrm>
        </p:spPr>
      </p:pic>
      <p:pic>
        <p:nvPicPr>
          <p:cNvPr id="16" name="Inhaltsplatzhalter 1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7A8E20C-7911-DE7A-E3D8-5F50AA62BDA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72820" y="3860552"/>
            <a:ext cx="2324734" cy="2089150"/>
          </a:xfrm>
        </p:spPr>
      </p:pic>
      <p:pic>
        <p:nvPicPr>
          <p:cNvPr id="18" name="Inhaltsplatzhalter 17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B40C2A48-6FA1-3783-14B6-CC6D45676D54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701552"/>
            <a:ext cx="2324734" cy="2089150"/>
          </a:xfrm>
        </p:spPr>
      </p:pic>
      <p:pic>
        <p:nvPicPr>
          <p:cNvPr id="20" name="Inhaltsplatzhalter 1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DDC7BD74-22A6-CB0F-AC00-671B7F7BE9D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860552"/>
            <a:ext cx="2324734" cy="2089150"/>
          </a:xfrm>
        </p:spPr>
      </p:pic>
      <p:pic>
        <p:nvPicPr>
          <p:cNvPr id="22" name="Inhaltsplatzhalter 2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2C45785-B695-3BD0-7AB9-52F01880F0AB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701552"/>
            <a:ext cx="2324734" cy="2089150"/>
          </a:xfrm>
        </p:spPr>
      </p:pic>
      <p:pic>
        <p:nvPicPr>
          <p:cNvPr id="24" name="Inhaltsplatzhalter 2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532E147-9175-4B98-44EB-06B6979DCD08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860552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71A49D1-6F45-C24A-2995-D1D84CBA0A40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0B9593E-3E4D-5431-0C5C-ECA52B3A05EF}"/>
              </a:ext>
            </a:extLst>
          </p:cNvPr>
          <p:cNvSpPr txBox="1"/>
          <p:nvPr/>
        </p:nvSpPr>
        <p:spPr>
          <a:xfrm>
            <a:off x="346451" y="2569155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C1E379D-1DD0-98AA-89AE-CB7590796188}"/>
              </a:ext>
            </a:extLst>
          </p:cNvPr>
          <p:cNvSpPr txBox="1"/>
          <p:nvPr/>
        </p:nvSpPr>
        <p:spPr>
          <a:xfrm>
            <a:off x="307740" y="4728155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7B8BB7B-65A0-F877-766A-C5B797CDD211}"/>
              </a:ext>
            </a:extLst>
          </p:cNvPr>
          <p:cNvSpPr txBox="1"/>
          <p:nvPr/>
        </p:nvSpPr>
        <p:spPr>
          <a:xfrm>
            <a:off x="911224" y="6060192"/>
            <a:ext cx="11089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ym typeface="Wingdings" panose="05000000000000000000" pitchFamily="2" charset="2"/>
              </a:rPr>
              <a:t> The </a:t>
            </a:r>
            <a:r>
              <a:rPr lang="en-US" sz="1600" b="1" dirty="0">
                <a:sym typeface="Wingdings" panose="05000000000000000000" pitchFamily="2" charset="2"/>
              </a:rPr>
              <a:t>SGD </a:t>
            </a:r>
            <a:r>
              <a:rPr lang="en-US" sz="1600" dirty="0">
                <a:sym typeface="Wingdings" panose="05000000000000000000" pitchFamily="2" charset="2"/>
              </a:rPr>
              <a:t>model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dirty="0">
                <a:sym typeface="Wingdings" panose="05000000000000000000" pitchFamily="2" charset="2"/>
              </a:rPr>
              <a:t>showed the best performance on the isolated Samsung dataset with an </a:t>
            </a:r>
            <a:r>
              <a:rPr lang="en-US" sz="1600" b="1" dirty="0">
                <a:sym typeface="Wingdings" panose="05000000000000000000" pitchFamily="2" charset="2"/>
              </a:rPr>
              <a:t>accuracy of 97.57%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8680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CA183-2DFA-A30E-ADD6-8627F0C2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26F08-7077-C0D1-AFC2-161944DE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5662"/>
            <a:ext cx="10369550" cy="433138"/>
          </a:xfrm>
        </p:spPr>
        <p:txBody>
          <a:bodyPr/>
          <a:lstStyle/>
          <a:p>
            <a:r>
              <a:rPr lang="en-US" dirty="0"/>
              <a:t>Experiment 1: Samsung High-density Dataset (Group 3)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D856F1-9108-F513-7CA9-55A732D9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F4438F-171F-F493-E140-5F9FBAB7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052012-E1AF-5FC7-2C59-E3A7A84C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9</a:t>
            </a:fld>
            <a:endParaRPr lang="de-CH" dirty="0"/>
          </a:p>
        </p:txBody>
      </p:sp>
      <p:pic>
        <p:nvPicPr>
          <p:cNvPr id="14" name="Inhaltsplatzhalter 13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58B1B6E-DA4F-7704-434B-1610427E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820" y="1701552"/>
            <a:ext cx="2324734" cy="2089150"/>
          </a:xfrm>
        </p:spPr>
      </p:pic>
      <p:pic>
        <p:nvPicPr>
          <p:cNvPr id="16" name="Inhaltsplatzhalter 1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D32119B2-DE31-C91B-0776-AECCCC4E8D9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72820" y="3860552"/>
            <a:ext cx="2324734" cy="2089150"/>
          </a:xfrm>
        </p:spPr>
      </p:pic>
      <p:pic>
        <p:nvPicPr>
          <p:cNvPr id="18" name="Inhaltsplatzhalter 17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8034857E-BD51-5D35-A88A-2B8582F68F01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701552"/>
            <a:ext cx="2324734" cy="2089150"/>
          </a:xfrm>
        </p:spPr>
      </p:pic>
      <p:pic>
        <p:nvPicPr>
          <p:cNvPr id="20" name="Inhaltsplatzhalter 1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C83EE4F2-3AFD-8597-94ED-973AB327012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860552"/>
            <a:ext cx="2324734" cy="2089150"/>
          </a:xfrm>
        </p:spPr>
      </p:pic>
      <p:pic>
        <p:nvPicPr>
          <p:cNvPr id="22" name="Inhaltsplatzhalter 21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D6EFB851-C2F2-4C17-73EE-90BD95AE30EA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701552"/>
            <a:ext cx="2324734" cy="2089150"/>
          </a:xfrm>
        </p:spPr>
      </p:pic>
      <p:pic>
        <p:nvPicPr>
          <p:cNvPr id="24" name="Inhaltsplatzhalter 2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CE5F9A0-7EBA-241B-37F1-62054CB242A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860552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4D75BDE-CD1F-8641-B9A3-D98960DB9B36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2FDAB29-C102-E4ED-7F99-9353DCC6BBD6}"/>
              </a:ext>
            </a:extLst>
          </p:cNvPr>
          <p:cNvSpPr txBox="1"/>
          <p:nvPr/>
        </p:nvSpPr>
        <p:spPr>
          <a:xfrm>
            <a:off x="346451" y="2569155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75A80B2-1E3E-E5E7-6499-65B38A26F109}"/>
              </a:ext>
            </a:extLst>
          </p:cNvPr>
          <p:cNvSpPr txBox="1"/>
          <p:nvPr/>
        </p:nvSpPr>
        <p:spPr>
          <a:xfrm>
            <a:off x="307740" y="4728155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7480869-4781-8B92-62BB-5D4C363B8541}"/>
              </a:ext>
            </a:extLst>
          </p:cNvPr>
          <p:cNvSpPr txBox="1"/>
          <p:nvPr/>
        </p:nvSpPr>
        <p:spPr>
          <a:xfrm>
            <a:off x="911224" y="6021288"/>
            <a:ext cx="11737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ym typeface="Wingdings" panose="05000000000000000000" pitchFamily="2" charset="2"/>
              </a:rPr>
              <a:t> The </a:t>
            </a:r>
            <a:r>
              <a:rPr lang="en-US" sz="1600" b="1" dirty="0">
                <a:sym typeface="Wingdings" panose="05000000000000000000" pitchFamily="2" charset="2"/>
              </a:rPr>
              <a:t>SGD model </a:t>
            </a:r>
            <a:r>
              <a:rPr lang="en-US" sz="1600" dirty="0">
                <a:sym typeface="Wingdings" panose="05000000000000000000" pitchFamily="2" charset="2"/>
              </a:rPr>
              <a:t>showed the best overall accuracy on the high-density Samsung dataset with </a:t>
            </a:r>
            <a:r>
              <a:rPr lang="en-US" sz="1600" b="1" dirty="0">
                <a:sym typeface="Wingdings" panose="05000000000000000000" pitchFamily="2" charset="2"/>
              </a:rPr>
              <a:t>88% overall accuracy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1651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85D47F-ADB2-EF07-E6C4-A5F23AD5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B115-B328-477D-86A2-600EEF4BD68F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059F06-A66F-C19F-1FF3-5DA88F20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92E79A-527A-A919-D119-BB232D49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10</a:t>
            </a:fld>
            <a:endParaRPr lang="de-CH" dirty="0"/>
          </a:p>
        </p:txBody>
      </p:sp>
      <p:pic>
        <p:nvPicPr>
          <p:cNvPr id="12" name="Inhaltsplatzhalter 11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0D4A675-AE1E-1D3A-F35D-D583AC8523C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911225" y="1755204"/>
            <a:ext cx="4289831" cy="2197230"/>
          </a:xfrm>
        </p:spPr>
      </p:pic>
      <p:pic>
        <p:nvPicPr>
          <p:cNvPr id="14" name="Inhaltsplatzhalter 13" descr="Ein Bild, das Text, Diagramm, Karte enthält.&#10;&#10;KI-generierte Inhalte können fehlerhaft sein.">
            <a:extLst>
              <a:ext uri="{FF2B5EF4-FFF2-40B4-BE49-F238E27FC236}">
                <a16:creationId xmlns:a16="http://schemas.microsoft.com/office/drawing/2014/main" id="{588D02C2-8E05-1E6B-9201-C9F0237248B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/>
          <a:stretch>
            <a:fillRect/>
          </a:stretch>
        </p:blipFill>
        <p:spPr>
          <a:xfrm>
            <a:off x="6295722" y="1755204"/>
            <a:ext cx="4289831" cy="2197230"/>
          </a:xfrm>
        </p:spPr>
      </p:pic>
      <p:pic>
        <p:nvPicPr>
          <p:cNvPr id="16" name="Inhaltsplatzhalter 15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7C079ED-697D-BFB7-B49A-8DD5A79A217F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tretch>
            <a:fillRect/>
          </a:stretch>
        </p:blipFill>
        <p:spPr>
          <a:xfrm>
            <a:off x="3495586" y="4078990"/>
            <a:ext cx="4527728" cy="2319079"/>
          </a:xfr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01B97803-31C6-A004-E93B-8D913B40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1: Samsung High-density Dataset (Group 3)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F88194D-A4E1-5D14-A7E8-0BC387373F57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4D27AD-78AA-6758-6EA9-2C00D320CE03}"/>
              </a:ext>
            </a:extLst>
          </p:cNvPr>
          <p:cNvSpPr txBox="1"/>
          <p:nvPr/>
        </p:nvSpPr>
        <p:spPr>
          <a:xfrm>
            <a:off x="1188892" y="4444664"/>
            <a:ext cx="97932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The </a:t>
            </a:r>
            <a:r>
              <a:rPr lang="en-US" b="1" dirty="0">
                <a:sym typeface="Wingdings" panose="05000000000000000000" pitchFamily="2" charset="2"/>
              </a:rPr>
              <a:t>KMeans algorithms </a:t>
            </a:r>
            <a:r>
              <a:rPr lang="en-US" dirty="0">
                <a:sym typeface="Wingdings" panose="05000000000000000000" pitchFamily="2" charset="2"/>
              </a:rPr>
              <a:t>showed the best target group accuracy on the high-density Samsung dataset</a:t>
            </a:r>
            <a:endParaRPr lang="en-US" dirty="0"/>
          </a:p>
        </p:txBody>
      </p:sp>
      <p:pic>
        <p:nvPicPr>
          <p:cNvPr id="18" name="Grafik 17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699031F6-D3E8-29B7-5626-98D5C0501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892" y="2419237"/>
            <a:ext cx="9263592" cy="2019526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656E1F97-C97C-7477-68E5-E5619BFEBEC8}"/>
              </a:ext>
            </a:extLst>
          </p:cNvPr>
          <p:cNvSpPr txBox="1"/>
          <p:nvPr/>
        </p:nvSpPr>
        <p:spPr>
          <a:xfrm>
            <a:off x="2552084" y="155342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KMeans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7C7BBE1-7FC2-E0BC-21FB-AA3B00B4DE4D}"/>
              </a:ext>
            </a:extLst>
          </p:cNvPr>
          <p:cNvSpPr txBox="1"/>
          <p:nvPr/>
        </p:nvSpPr>
        <p:spPr>
          <a:xfrm>
            <a:off x="8112224" y="1553427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Birch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639354D-B51A-7780-0597-6AA148E48D71}"/>
              </a:ext>
            </a:extLst>
          </p:cNvPr>
          <p:cNvSpPr txBox="1"/>
          <p:nvPr/>
        </p:nvSpPr>
        <p:spPr>
          <a:xfrm>
            <a:off x="5013176" y="3789040"/>
            <a:ext cx="1615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BisectingKMeans</a:t>
            </a:r>
          </a:p>
        </p:txBody>
      </p:sp>
    </p:spTree>
    <p:extLst>
      <p:ext uri="{BB962C8B-B14F-4D97-AF65-F5344CB8AC3E}">
        <p14:creationId xmlns:p14="http://schemas.microsoft.com/office/powerpoint/2010/main" val="193359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8B1FC-9250-C7A3-CB2C-511A8121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E53D-10BC-910A-99EC-454A25BB5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3069146"/>
            <a:ext cx="10369550" cy="1295958"/>
          </a:xfrm>
        </p:spPr>
        <p:txBody>
          <a:bodyPr/>
          <a:lstStyle/>
          <a:p>
            <a:pPr algn="ctr"/>
            <a:r>
              <a:rPr lang="en-US" dirty="0"/>
              <a:t>Experiment 2: Apple Ecosystem</a:t>
            </a:r>
            <a:br>
              <a:rPr lang="en-US" dirty="0"/>
            </a:br>
            <a:r>
              <a:rPr lang="en-US" dirty="0"/>
              <a:t>(RQ2)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9EAA-6008-44B4-D2FA-B3B15A6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8F11-6CAB-49C4-9AE7-8D6370A609B8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49C30-F35E-67E2-2A46-FFB4A545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69293-E9F0-56AD-A32A-2FC695B6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EB86F1B-0830-8896-66E8-4C69BF2F7F58}"/>
              </a:ext>
            </a:extLst>
          </p:cNvPr>
          <p:cNvSpPr txBox="1"/>
          <p:nvPr/>
        </p:nvSpPr>
        <p:spPr>
          <a:xfrm>
            <a:off x="9696400" y="735437"/>
            <a:ext cx="2495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</p:spTree>
    <p:extLst>
      <p:ext uri="{BB962C8B-B14F-4D97-AF65-F5344CB8AC3E}">
        <p14:creationId xmlns:p14="http://schemas.microsoft.com/office/powerpoint/2010/main" val="404463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BA9E-968E-C784-A3C3-5EFB0F32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7B5C5-4E53-7C1E-EFC8-1AF91C9E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4" y="1196406"/>
            <a:ext cx="10945415" cy="432394"/>
          </a:xfrm>
        </p:spPr>
        <p:txBody>
          <a:bodyPr/>
          <a:lstStyle/>
          <a:p>
            <a:r>
              <a:rPr lang="en-US" dirty="0"/>
              <a:t>Experiment 2: Apple Interference-free Dataset (Samsung-trained Models)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713FF5-07CC-7368-3640-73B55AF9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9A01E4-B4B2-754A-EDE7-61B0B6F8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BADE13-2D35-4B1F-61A6-8938AB78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12</a:t>
            </a:fld>
            <a:endParaRPr lang="de-CH" dirty="0"/>
          </a:p>
        </p:txBody>
      </p:sp>
      <p:pic>
        <p:nvPicPr>
          <p:cNvPr id="14" name="Inhaltsplatzhalter 13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57B6914-DB30-0608-CD7D-C02F0FFC5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820" y="1671159"/>
            <a:ext cx="2324734" cy="2089150"/>
          </a:xfrm>
        </p:spPr>
      </p:pic>
      <p:pic>
        <p:nvPicPr>
          <p:cNvPr id="16" name="Inhaltsplatzhalter 1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172C579E-D707-F018-F8A5-17F2F977055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72820" y="3830159"/>
            <a:ext cx="2324734" cy="2089150"/>
          </a:xfrm>
        </p:spPr>
      </p:pic>
      <p:pic>
        <p:nvPicPr>
          <p:cNvPr id="18" name="Inhaltsplatzhalter 17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FE149EA-3A11-FB45-4B80-4E5DFECA21D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671159"/>
            <a:ext cx="2324734" cy="2089150"/>
          </a:xfrm>
        </p:spPr>
      </p:pic>
      <p:pic>
        <p:nvPicPr>
          <p:cNvPr id="20" name="Inhaltsplatzhalter 1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F0E21309-8CDE-D51B-099B-D3976C38342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830159"/>
            <a:ext cx="2324734" cy="2089150"/>
          </a:xfrm>
        </p:spPr>
      </p:pic>
      <p:pic>
        <p:nvPicPr>
          <p:cNvPr id="22" name="Inhaltsplatzhalter 21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86905B2-8C35-94C5-CB2D-83A9CD6B6EF1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700808"/>
            <a:ext cx="2324734" cy="2089150"/>
          </a:xfrm>
        </p:spPr>
      </p:pic>
      <p:pic>
        <p:nvPicPr>
          <p:cNvPr id="24" name="Inhaltsplatzhalter 23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F619BCB-6746-2302-7253-CDDF4E2AB9E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859808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B0FA155-D4D7-81DF-2B30-58916EA3964C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581C189-4F3A-BA08-32BE-98C9B76F98A0}"/>
              </a:ext>
            </a:extLst>
          </p:cNvPr>
          <p:cNvSpPr txBox="1"/>
          <p:nvPr/>
        </p:nvSpPr>
        <p:spPr>
          <a:xfrm>
            <a:off x="346451" y="2538762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B8449B8-4F90-3A7F-4FC0-908EC13434D6}"/>
              </a:ext>
            </a:extLst>
          </p:cNvPr>
          <p:cNvSpPr txBox="1"/>
          <p:nvPr/>
        </p:nvSpPr>
        <p:spPr>
          <a:xfrm>
            <a:off x="307740" y="4697762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73B7E9D-5A1D-2459-AF49-E8B97DF10B7A}"/>
              </a:ext>
            </a:extLst>
          </p:cNvPr>
          <p:cNvSpPr txBox="1"/>
          <p:nvPr/>
        </p:nvSpPr>
        <p:spPr>
          <a:xfrm>
            <a:off x="911224" y="5877272"/>
            <a:ext cx="9217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None of the models recognized the Apple target group in an interference-free environment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Fingerprint is specific to Samsung devices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76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507E-AF5C-8B3F-53E6-C1F6F323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CD3CD-8D8E-581D-91B3-C7BA77F9D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2: Apple Interference-free Dataset (Apple-trained Models)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35A1CA3-DE31-EE8F-D6F4-E5E40335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149145-A131-B139-8402-F6C5A55E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AAA49C-2373-E558-0E72-23CE9D5F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13</a:t>
            </a:fld>
            <a:endParaRPr lang="de-CH" dirty="0"/>
          </a:p>
        </p:txBody>
      </p:sp>
      <p:pic>
        <p:nvPicPr>
          <p:cNvPr id="14" name="Inhaltsplatzhalter 13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E283358C-DD5C-7E7A-BD0B-4E5F499AE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820" y="1700808"/>
            <a:ext cx="2324734" cy="2089150"/>
          </a:xfrm>
        </p:spPr>
      </p:pic>
      <p:pic>
        <p:nvPicPr>
          <p:cNvPr id="16" name="Inhaltsplatzhalter 1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976A5326-01DB-05F3-B634-20AD04ACA02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72820" y="3859808"/>
            <a:ext cx="2324734" cy="2089150"/>
          </a:xfrm>
        </p:spPr>
      </p:pic>
      <p:pic>
        <p:nvPicPr>
          <p:cNvPr id="18" name="Inhaltsplatzhalter 17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F0F3218-701C-36C9-3305-EF77FE563AB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700808"/>
            <a:ext cx="2324734" cy="2089150"/>
          </a:xfrm>
        </p:spPr>
      </p:pic>
      <p:pic>
        <p:nvPicPr>
          <p:cNvPr id="20" name="Inhaltsplatzhalter 1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07BF75B2-1515-055A-5BC3-FE179D2ADCA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859808"/>
            <a:ext cx="2324734" cy="2089150"/>
          </a:xfrm>
        </p:spPr>
      </p:pic>
      <p:pic>
        <p:nvPicPr>
          <p:cNvPr id="22" name="Inhaltsplatzhalter 21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1D0C34C6-71D6-FC9E-B1B7-61961853A048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700808"/>
            <a:ext cx="2324734" cy="2089150"/>
          </a:xfrm>
        </p:spPr>
      </p:pic>
      <p:pic>
        <p:nvPicPr>
          <p:cNvPr id="24" name="Inhaltsplatzhalter 2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ACBDAAB-D3FC-4BE6-4F3E-B566A0659F6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859808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68DE856-191A-7670-CF24-D40A470D7DCF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3F60662-5FD2-FF81-D32D-A975CFEF5AB0}"/>
              </a:ext>
            </a:extLst>
          </p:cNvPr>
          <p:cNvSpPr txBox="1"/>
          <p:nvPr/>
        </p:nvSpPr>
        <p:spPr>
          <a:xfrm>
            <a:off x="346451" y="2568411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908CB07-7DFF-3FCC-977D-F43D20648331}"/>
              </a:ext>
            </a:extLst>
          </p:cNvPr>
          <p:cNvSpPr txBox="1"/>
          <p:nvPr/>
        </p:nvSpPr>
        <p:spPr>
          <a:xfrm>
            <a:off x="307740" y="4727411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7D742A5-A7C9-9B32-E37B-0A07EA83ACAF}"/>
              </a:ext>
            </a:extLst>
          </p:cNvPr>
          <p:cNvSpPr txBox="1"/>
          <p:nvPr/>
        </p:nvSpPr>
        <p:spPr>
          <a:xfrm>
            <a:off x="911224" y="6060192"/>
            <a:ext cx="11377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ym typeface="Wingdings" panose="05000000000000000000" pitchFamily="2" charset="2"/>
              </a:rPr>
              <a:t> All three models recognized the Apple target group in an interference-free environment with </a:t>
            </a:r>
            <a:r>
              <a:rPr lang="en-US" sz="1600" b="1" dirty="0">
                <a:sym typeface="Wingdings" panose="05000000000000000000" pitchFamily="2" charset="2"/>
              </a:rPr>
              <a:t>near-perfect accuracy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3021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7FB5-EA14-DBCE-B3B6-2FCC5B98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ECAE0-D656-C431-D0E0-AB32BE1D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2: Apple High-density Dataset (Apple-trained Models)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E45B10-EF8B-2EA2-3D77-B0B46417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8D2FE8-3A9A-B54C-4225-C77FDE6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03F7AD-37DB-1D91-6665-E0E2C019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14</a:t>
            </a:fld>
            <a:endParaRPr lang="de-CH" dirty="0"/>
          </a:p>
        </p:txBody>
      </p:sp>
      <p:pic>
        <p:nvPicPr>
          <p:cNvPr id="14" name="Inhaltsplatzhalter 13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60204966-3DBD-D180-9E96-C2D18CDD5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5574" y="1628800"/>
            <a:ext cx="2324734" cy="2089150"/>
          </a:xfrm>
        </p:spPr>
      </p:pic>
      <p:pic>
        <p:nvPicPr>
          <p:cNvPr id="16" name="Inhaltsplatzhalter 1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9EACFFC2-AC3B-8E61-9542-F1166F5ADA8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95574" y="3787800"/>
            <a:ext cx="2324734" cy="2089150"/>
          </a:xfrm>
        </p:spPr>
      </p:pic>
      <p:pic>
        <p:nvPicPr>
          <p:cNvPr id="18" name="Inhaltsplatzhalter 17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3819E891-C861-43B3-96B1-79912A0C50BF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628800"/>
            <a:ext cx="2324734" cy="2089150"/>
          </a:xfrm>
        </p:spPr>
      </p:pic>
      <p:pic>
        <p:nvPicPr>
          <p:cNvPr id="20" name="Inhaltsplatzhalter 19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FBCCD82-8693-5228-98F9-87D0C04B5AE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787800"/>
            <a:ext cx="2324734" cy="2089150"/>
          </a:xfrm>
        </p:spPr>
      </p:pic>
      <p:pic>
        <p:nvPicPr>
          <p:cNvPr id="22" name="Inhaltsplatzhalter 21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BFF33A72-A492-5932-9F78-91FE9B6D2BDB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628800"/>
            <a:ext cx="2324734" cy="2089150"/>
          </a:xfrm>
        </p:spPr>
      </p:pic>
      <p:pic>
        <p:nvPicPr>
          <p:cNvPr id="24" name="Inhaltsplatzhalter 23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38B0FAE1-F14A-6BCD-CD38-03522B41FEA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787800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A267A32-208B-1D7A-D3F9-15BC49EEB69E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C880DDA-FC5E-86FE-DBDF-DBFFAA4EB088}"/>
              </a:ext>
            </a:extLst>
          </p:cNvPr>
          <p:cNvSpPr txBox="1"/>
          <p:nvPr/>
        </p:nvSpPr>
        <p:spPr>
          <a:xfrm>
            <a:off x="346451" y="2496403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741B865-2D28-F851-7A29-62EDD8DA317B}"/>
              </a:ext>
            </a:extLst>
          </p:cNvPr>
          <p:cNvSpPr txBox="1"/>
          <p:nvPr/>
        </p:nvSpPr>
        <p:spPr>
          <a:xfrm>
            <a:off x="307740" y="4655403"/>
            <a:ext cx="3600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369E598-49FA-31A8-6B51-BF689A50C87F}"/>
              </a:ext>
            </a:extLst>
          </p:cNvPr>
          <p:cNvSpPr txBox="1"/>
          <p:nvPr/>
        </p:nvSpPr>
        <p:spPr>
          <a:xfrm>
            <a:off x="911224" y="5877272"/>
            <a:ext cx="10873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ym typeface="Wingdings" panose="05000000000000000000" pitchFamily="2" charset="2"/>
              </a:rPr>
              <a:t> All three models have high target group accuracy but low noise accuracy</a:t>
            </a:r>
            <a:br>
              <a:rPr lang="en-US" sz="1600" dirty="0">
                <a:sym typeface="Wingdings" panose="05000000000000000000" pitchFamily="2" charset="2"/>
              </a:rPr>
            </a:br>
            <a:r>
              <a:rPr lang="en-US" sz="1600" dirty="0">
                <a:sym typeface="Wingdings" panose="05000000000000000000" pitchFamily="2" charset="2"/>
              </a:rPr>
              <a:t> The </a:t>
            </a:r>
            <a:r>
              <a:rPr lang="en-US" sz="1600" b="1" dirty="0">
                <a:sym typeface="Wingdings" panose="05000000000000000000" pitchFamily="2" charset="2"/>
              </a:rPr>
              <a:t>MLP</a:t>
            </a:r>
            <a:r>
              <a:rPr lang="en-US" sz="1600" dirty="0">
                <a:sym typeface="Wingdings" panose="05000000000000000000" pitchFamily="2" charset="2"/>
              </a:rPr>
              <a:t> had the highest </a:t>
            </a:r>
            <a:r>
              <a:rPr lang="en-US" sz="1600" b="1" dirty="0">
                <a:sym typeface="Wingdings" panose="05000000000000000000" pitchFamily="2" charset="2"/>
              </a:rPr>
              <a:t>overall accuracy of 63%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3764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7695-3521-4340-3934-E1A29AC8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AFB644-FA30-EB71-206C-66DFD0D0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B115-B328-477D-86A2-600EEF4BD68F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0D44FC-C932-3B6D-F40C-9E22E0E9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60241F-FCC9-21AE-75D5-B1E0773A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BDDC1DD-E46A-1653-49CD-5200AD74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2 - Apple High-density Dataset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153C641-8AA8-8E06-DC4A-248C0947ACC9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pic>
        <p:nvPicPr>
          <p:cNvPr id="8" name="Inhaltsplatzhalter 7" descr="Ein Bild, das Text, Diagramm, Origami enthält.&#10;&#10;KI-generierte Inhalte können fehlerhaft sein.">
            <a:extLst>
              <a:ext uri="{FF2B5EF4-FFF2-40B4-BE49-F238E27FC236}">
                <a16:creationId xmlns:a16="http://schemas.microsoft.com/office/drawing/2014/main" id="{43BF03E9-2972-5812-F32D-DF6B342CC14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567657" y="1776319"/>
            <a:ext cx="4644224" cy="2372761"/>
          </a:xfrm>
        </p:spPr>
      </p:pic>
      <p:pic>
        <p:nvPicPr>
          <p:cNvPr id="17" name="Inhaltsplatzhalter 16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42063EDA-8B13-1F3E-BF42-4718EDE83CB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/>
          <a:stretch>
            <a:fillRect/>
          </a:stretch>
        </p:blipFill>
        <p:spPr>
          <a:xfrm>
            <a:off x="6245698" y="1700808"/>
            <a:ext cx="4640328" cy="2372761"/>
          </a:xfrm>
        </p:spPr>
      </p:pic>
      <p:pic>
        <p:nvPicPr>
          <p:cNvPr id="21" name="Inhaltsplatzhalter 20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6E9878E1-B172-6067-567B-DD50261EE817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tretch>
            <a:fillRect/>
          </a:stretch>
        </p:blipFill>
        <p:spPr>
          <a:xfrm>
            <a:off x="3439286" y="4110721"/>
            <a:ext cx="4640328" cy="2376752"/>
          </a:xfr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8D6DD4C6-869E-6CFD-27AE-C619E7852156}"/>
              </a:ext>
            </a:extLst>
          </p:cNvPr>
          <p:cNvSpPr txBox="1"/>
          <p:nvPr/>
        </p:nvSpPr>
        <p:spPr>
          <a:xfrm>
            <a:off x="2552084" y="155342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KMeans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AAB047F-D2E9-922A-1CDD-C6373754CC3E}"/>
              </a:ext>
            </a:extLst>
          </p:cNvPr>
          <p:cNvSpPr txBox="1"/>
          <p:nvPr/>
        </p:nvSpPr>
        <p:spPr>
          <a:xfrm>
            <a:off x="8112224" y="1553427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Birch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EE87EB4-8171-8B82-F118-9B255080F566}"/>
              </a:ext>
            </a:extLst>
          </p:cNvPr>
          <p:cNvSpPr txBox="1"/>
          <p:nvPr/>
        </p:nvSpPr>
        <p:spPr>
          <a:xfrm>
            <a:off x="5013176" y="3789040"/>
            <a:ext cx="1615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BisectingKMeans</a:t>
            </a:r>
          </a:p>
        </p:txBody>
      </p:sp>
      <p:pic>
        <p:nvPicPr>
          <p:cNvPr id="32" name="Grafik 31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194FA509-36D4-695E-0D79-B8A738173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214" y="2141328"/>
            <a:ext cx="9263592" cy="1976923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6B4418EC-F280-CBE2-3E46-E3CED33574EC}"/>
              </a:ext>
            </a:extLst>
          </p:cNvPr>
          <p:cNvSpPr txBox="1"/>
          <p:nvPr/>
        </p:nvSpPr>
        <p:spPr>
          <a:xfrm>
            <a:off x="1170214" y="4193762"/>
            <a:ext cx="97932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The </a:t>
            </a:r>
            <a:r>
              <a:rPr lang="en-US" b="1" dirty="0">
                <a:sym typeface="Wingdings" panose="05000000000000000000" pitchFamily="2" charset="2"/>
              </a:rPr>
              <a:t>KMeans </a:t>
            </a:r>
            <a:r>
              <a:rPr lang="en-US" dirty="0">
                <a:sym typeface="Wingdings" panose="05000000000000000000" pitchFamily="2" charset="2"/>
              </a:rPr>
              <a:t>algorithm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showed the best overall accuracy on the high-density Apple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/>
      <p:bldP spid="31" grpId="1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DB0E-98C5-AA23-7C25-A7DE0193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D017-C021-D4EA-B1E1-123239BB1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3069146"/>
            <a:ext cx="10369550" cy="1295958"/>
          </a:xfrm>
        </p:spPr>
        <p:txBody>
          <a:bodyPr/>
          <a:lstStyle/>
          <a:p>
            <a:pPr algn="ctr"/>
            <a:r>
              <a:rPr lang="en-US" dirty="0"/>
              <a:t>Experiment 3: Target Group Size</a:t>
            </a:r>
            <a:br>
              <a:rPr lang="en-US" dirty="0"/>
            </a:br>
            <a:r>
              <a:rPr lang="en-US" dirty="0"/>
              <a:t>(RQ3)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5B33-F8F2-7E79-BBE7-3122F730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8F11-6CAB-49C4-9AE7-8D6370A609B8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D6E19-5269-867E-09AB-D7C603AF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C7EC1-90E4-DBDF-C068-3508D525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4CCB68-C574-0D1D-24DD-CFA8763CD708}"/>
              </a:ext>
            </a:extLst>
          </p:cNvPr>
          <p:cNvSpPr txBox="1"/>
          <p:nvPr/>
        </p:nvSpPr>
        <p:spPr>
          <a:xfrm>
            <a:off x="9696400" y="735437"/>
            <a:ext cx="2495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</p:spTree>
    <p:extLst>
      <p:ext uri="{BB962C8B-B14F-4D97-AF65-F5344CB8AC3E}">
        <p14:creationId xmlns:p14="http://schemas.microsoft.com/office/powerpoint/2010/main" val="2952350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B24B5-903D-A411-F55D-D8E47A9C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6E76C-616A-5D5D-8AFC-902459C7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3: Target Group Size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E191E6-0B7A-8C73-1090-D02A07096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971C-1EAC-4B11-9167-66ED6C45B4B0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4F2718-B3E3-FAC9-6616-EB45D998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Master Thesis </a:t>
            </a:r>
            <a:r>
              <a:rPr lang="en-US" dirty="0"/>
              <a:t>End Presentation</a:t>
            </a:r>
            <a:r>
              <a:rPr lang="de-CH" dirty="0"/>
              <a:t> - Johanna Bieri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1DD760-60D6-B93F-934E-99C2B1AE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17</a:t>
            </a:fld>
            <a:endParaRPr lang="de-CH" dirty="0"/>
          </a:p>
        </p:txBody>
      </p:sp>
      <p:pic>
        <p:nvPicPr>
          <p:cNvPr id="14" name="Inhaltsplatzhalter 1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D99E444-046A-AB55-ED27-05DA579E9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2820" y="1651183"/>
            <a:ext cx="2324734" cy="2089150"/>
          </a:xfrm>
        </p:spPr>
      </p:pic>
      <p:pic>
        <p:nvPicPr>
          <p:cNvPr id="24" name="Inhaltsplatzhalter 2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BD0DC12-4307-208D-BC03-06881A6DBC7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972820" y="3810183"/>
            <a:ext cx="2324734" cy="2089150"/>
          </a:xfrm>
        </p:spPr>
      </p:pic>
      <p:pic>
        <p:nvPicPr>
          <p:cNvPr id="20" name="Inhaltsplatzhalter 19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D834B46F-0DC2-81E0-73CE-A3E6E7CB48C6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5"/>
          <a:stretch>
            <a:fillRect/>
          </a:stretch>
        </p:blipFill>
        <p:spPr>
          <a:xfrm>
            <a:off x="4272439" y="1651183"/>
            <a:ext cx="2324734" cy="2089150"/>
          </a:xfrm>
        </p:spPr>
      </p:pic>
      <p:pic>
        <p:nvPicPr>
          <p:cNvPr id="26" name="Inhaltsplatzhalter 2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D7A01AB8-A183-57B5-26BE-FCFD6C8E8DC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6"/>
          <a:stretch>
            <a:fillRect/>
          </a:stretch>
        </p:blipFill>
        <p:spPr>
          <a:xfrm>
            <a:off x="4265295" y="3810183"/>
            <a:ext cx="2324734" cy="2089150"/>
          </a:xfrm>
        </p:spPr>
      </p:pic>
      <p:pic>
        <p:nvPicPr>
          <p:cNvPr id="22" name="Inhaltsplatzhalter 21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9D590568-3298-753F-F42D-916B916F10DD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7"/>
          <a:stretch>
            <a:fillRect/>
          </a:stretch>
        </p:blipFill>
        <p:spPr>
          <a:xfrm>
            <a:off x="7606983" y="1701552"/>
            <a:ext cx="2324734" cy="2089150"/>
          </a:xfrm>
        </p:spPr>
      </p:pic>
      <p:pic>
        <p:nvPicPr>
          <p:cNvPr id="28" name="Inhaltsplatzhalter 2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7837B61-8ABD-6566-738F-B60A60D12045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8"/>
          <a:stretch>
            <a:fillRect/>
          </a:stretch>
        </p:blipFill>
        <p:spPr>
          <a:xfrm>
            <a:off x="7606983" y="3860552"/>
            <a:ext cx="2324734" cy="2089150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22D5E13-8536-E5CC-C7F5-CDCB03511400}"/>
              </a:ext>
            </a:extLst>
          </p:cNvPr>
          <p:cNvSpPr txBox="1"/>
          <p:nvPr/>
        </p:nvSpPr>
        <p:spPr>
          <a:xfrm>
            <a:off x="8976320" y="735437"/>
            <a:ext cx="3215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5 - Results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E896E74-315C-232E-C5BC-01D1529EED9F}"/>
              </a:ext>
            </a:extLst>
          </p:cNvPr>
          <p:cNvSpPr txBox="1"/>
          <p:nvPr/>
        </p:nvSpPr>
        <p:spPr>
          <a:xfrm>
            <a:off x="10128448" y="2276872"/>
            <a:ext cx="19382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 Devices</a:t>
            </a:r>
            <a:br>
              <a:rPr lang="en-US" sz="2000" b="1" dirty="0"/>
            </a:br>
            <a:r>
              <a:rPr lang="en-US" sz="1200" dirty="0"/>
              <a:t>1x Galaxy S22+ phone</a:t>
            </a:r>
            <a:br>
              <a:rPr lang="en-US" sz="1200" dirty="0"/>
            </a:br>
            <a:r>
              <a:rPr lang="en-US" sz="1200" dirty="0"/>
              <a:t>1x Galaxy SmartTag+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08689F3-609B-D7C4-EFBE-F47EA3B51BE7}"/>
              </a:ext>
            </a:extLst>
          </p:cNvPr>
          <p:cNvSpPr txBox="1"/>
          <p:nvPr/>
        </p:nvSpPr>
        <p:spPr>
          <a:xfrm>
            <a:off x="10128448" y="4437112"/>
            <a:ext cx="201622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Devices</a:t>
            </a:r>
            <a:br>
              <a:rPr lang="en-US" sz="2000" b="1" dirty="0"/>
            </a:br>
            <a:r>
              <a:rPr lang="en-US" sz="1200" dirty="0"/>
              <a:t>1x Galaxy S22+ phone</a:t>
            </a:r>
            <a:br>
              <a:rPr lang="en-US" sz="1200" dirty="0"/>
            </a:br>
            <a:r>
              <a:rPr lang="en-US" sz="1200" dirty="0"/>
              <a:t>1x Galaxy SmartTag+</a:t>
            </a:r>
            <a:br>
              <a:rPr lang="en-US" sz="1200" b="1" dirty="0"/>
            </a:br>
            <a:r>
              <a:rPr lang="en-US" sz="1200" b="1" i="1" dirty="0"/>
              <a:t>1x Galaxy Buds FE</a:t>
            </a:r>
          </a:p>
          <a:p>
            <a:endParaRPr lang="en-US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435109C-1710-E0FD-03F6-A9A145EE5B8E}"/>
              </a:ext>
            </a:extLst>
          </p:cNvPr>
          <p:cNvSpPr txBox="1"/>
          <p:nvPr/>
        </p:nvSpPr>
        <p:spPr>
          <a:xfrm>
            <a:off x="911224" y="6021288"/>
            <a:ext cx="921722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The results show </a:t>
            </a:r>
            <a:r>
              <a:rPr lang="en-US" b="1" dirty="0">
                <a:sym typeface="Wingdings" panose="05000000000000000000" pitchFamily="2" charset="2"/>
              </a:rPr>
              <a:t>no clear tendency </a:t>
            </a:r>
            <a:r>
              <a:rPr lang="en-US" dirty="0">
                <a:sym typeface="Wingdings" panose="05000000000000000000" pitchFamily="2" charset="2"/>
              </a:rPr>
              <a:t>towards one target group 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9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7AB-3C22-6012-5A63-F46CC73D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2A54-B7FF-7841-85AB-F24A3B63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205039"/>
            <a:ext cx="10369550" cy="4176289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i="1" dirty="0"/>
              <a:t>RQ1: </a:t>
            </a:r>
            <a:r>
              <a:rPr lang="en-US" dirty="0"/>
              <a:t>Can the method reliably distinguish clusters of previously unseen devices from the </a:t>
            </a:r>
            <a:r>
              <a:rPr lang="en-US" i="1" dirty="0">
                <a:latin typeface="Arial Nova Light" panose="020B0304020202020204" pitchFamily="34" charset="0"/>
              </a:rPr>
              <a:t>same</a:t>
            </a:r>
            <a:r>
              <a:rPr lang="en-US" dirty="0"/>
              <a:t> ecosystem?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Only SGD with 88% and KMeans with 87% achieved decently high accuracies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i="1" dirty="0"/>
              <a:t>RQ2</a:t>
            </a:r>
            <a:r>
              <a:rPr lang="en-US" dirty="0"/>
              <a:t>: Can the method reliably distinguish clusters of previously unseen devices from a </a:t>
            </a:r>
            <a:r>
              <a:rPr lang="en-US" i="1" dirty="0">
                <a:latin typeface="Arial Nova Light" panose="020B0304020202020204" pitchFamily="34" charset="0"/>
              </a:rPr>
              <a:t>different</a:t>
            </a:r>
            <a:r>
              <a:rPr lang="en-US" dirty="0"/>
              <a:t> ecosystem?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Without retraining on target ecosystem: 	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With retraining on target ecosystem: 	Target group accuracy is high (avg. acc. ~99%), but noise classification shows room for improvement (avg. acc. ~57%)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600" dirty="0"/>
              <a:t>This is limited to the Apple ecosystem and this specific device configuration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i="1" dirty="0"/>
              <a:t>RQ3</a:t>
            </a:r>
            <a:r>
              <a:rPr lang="en-US" dirty="0"/>
              <a:t>: Does the number of devices within the target group affect the method’s ability to identify it?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ym typeface="Wingdings" panose="05000000000000000000" pitchFamily="2" charset="2"/>
              </a:rPr>
              <a:t>Results indicate that there is no effect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ym typeface="Wingdings" panose="05000000000000000000" pitchFamily="2" charset="2"/>
              </a:rPr>
              <a:t>Limited to these specific device configurations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ym typeface="Wingdings" panose="05000000000000000000" pitchFamily="2" charset="2"/>
              </a:rPr>
              <a:t>More experiments are necessary to give a definite answer</a:t>
            </a:r>
          </a:p>
          <a:p>
            <a:pPr>
              <a:lnSpc>
                <a:spcPct val="20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234AF-E1DD-547D-159D-9E8C6F01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D66-C7C6-4D78-B470-1C5A095E5C63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A767B-C762-D3F1-8210-D1121546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DB229-BC9A-EA2E-B0AF-A2F9F9E4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0E77636-F83C-9C72-7770-81591E037DBA}"/>
              </a:ext>
            </a:extLst>
          </p:cNvPr>
          <p:cNvSpPr txBox="1"/>
          <p:nvPr/>
        </p:nvSpPr>
        <p:spPr>
          <a:xfrm>
            <a:off x="9696400" y="735437"/>
            <a:ext cx="2495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6 - Conclusions</a:t>
            </a:r>
          </a:p>
        </p:txBody>
      </p:sp>
    </p:spTree>
    <p:extLst>
      <p:ext uri="{BB962C8B-B14F-4D97-AF65-F5344CB8AC3E}">
        <p14:creationId xmlns:p14="http://schemas.microsoft.com/office/powerpoint/2010/main" val="278680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ABBDC-DBC4-3F54-0750-A2218798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569E-BD7D-91AB-E254-D98194AC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408D-1061-D880-5321-6EDEA078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FC5A-874A-7B75-2742-7B28E8127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D66-C7C6-4D78-B470-1C5A095E5C63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99116-8A87-799D-17BC-749CFA47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7DFCD-7FBD-6687-3882-C84FFFF4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1C5791B1-6579-0B4D-B06F-613121D36E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2210BD-116A-6BAC-471D-B0CFFC62AF4F}"/>
              </a:ext>
            </a:extLst>
          </p:cNvPr>
          <p:cNvSpPr txBox="1"/>
          <p:nvPr/>
        </p:nvSpPr>
        <p:spPr>
          <a:xfrm>
            <a:off x="8544272" y="735437"/>
            <a:ext cx="364772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7 - Future Work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BA29A4-ABFD-B5C8-F0C1-C6D1D259A557}"/>
              </a:ext>
            </a:extLst>
          </p:cNvPr>
          <p:cNvSpPr txBox="1">
            <a:spLocks/>
          </p:cNvSpPr>
          <p:nvPr/>
        </p:nvSpPr>
        <p:spPr bwMode="auto">
          <a:xfrm>
            <a:off x="1063625" y="2357439"/>
            <a:ext cx="10369550" cy="38877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026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368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1710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18954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23526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8098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32670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kern="0" dirty="0">
                <a:sym typeface="Wingdings" panose="05000000000000000000" pitchFamily="2" charset="2"/>
              </a:rPr>
              <a:t>Improve performance with Apple devices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kern="0" dirty="0">
                <a:sym typeface="Wingdings" panose="05000000000000000000" pitchFamily="2" charset="2"/>
              </a:rPr>
              <a:t>Examine generalizability to previously unseen Apple devices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kern="0" dirty="0">
                <a:sym typeface="Wingdings" panose="05000000000000000000" pitchFamily="2" charset="2"/>
              </a:rPr>
              <a:t>Further investigate the effect of the target group size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kern="0" dirty="0">
                <a:sym typeface="Wingdings" panose="05000000000000000000" pitchFamily="2" charset="2"/>
              </a:rPr>
              <a:t>Develop combined model that works for several ecosystems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kern="0" dirty="0">
                <a:sym typeface="Wingdings" panose="05000000000000000000" pitchFamily="2" charset="2"/>
              </a:rPr>
              <a:t>Investigate generalizability to ecosystems beyond Samsung and Apple</a:t>
            </a:r>
          </a:p>
          <a:p>
            <a:pPr>
              <a:lnSpc>
                <a:spcPct val="200000"/>
              </a:lnSpc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endParaRPr lang="en-US" kern="0" dirty="0">
              <a:sym typeface="Wingdings" panose="05000000000000000000" pitchFamily="2" charset="2"/>
            </a:endParaRPr>
          </a:p>
          <a:p>
            <a:endParaRPr lang="en-US" kern="0" dirty="0">
              <a:sym typeface="Wingdings" panose="05000000000000000000" pitchFamily="2" charset="2"/>
            </a:endParaRPr>
          </a:p>
          <a:p>
            <a:endParaRPr lang="en-US" kern="0" dirty="0"/>
          </a:p>
          <a:p>
            <a:endParaRPr lang="en-US" kern="0" dirty="0"/>
          </a:p>
          <a:p>
            <a:pPr marL="0" indent="0">
              <a:buFont typeface="Arial" panose="020B0604020202020204" pitchFamily="34" charset="0"/>
              <a:buNone/>
            </a:pPr>
            <a:endParaRPr lang="en-US" kern="0" dirty="0"/>
          </a:p>
          <a:p>
            <a:pPr marL="0" indent="0">
              <a:buFont typeface="Arial" panose="020B0604020202020204" pitchFamily="34" charset="0"/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2306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A6A4-F9F1-9730-4E87-32C0E5E3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F2EE-88B6-2245-C04E-EA1B056D3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2781300"/>
            <a:ext cx="10369550" cy="1295400"/>
          </a:xfrm>
        </p:spPr>
        <p:txBody>
          <a:bodyPr/>
          <a:lstStyle/>
          <a:p>
            <a:pPr algn="ctr"/>
            <a:r>
              <a:rPr lang="en-US" dirty="0"/>
              <a:t>Thank you for your attention.</a:t>
            </a:r>
            <a:br>
              <a:rPr lang="en-US" dirty="0"/>
            </a:br>
            <a:r>
              <a:rPr lang="en-US" i="1" dirty="0"/>
              <a:t>Questions and feedback are welcome.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E3BCD-D3C4-2695-DC70-89AE1441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8F11-6CAB-49C4-9AE7-8D6370A609B8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0EDE7-ACAB-3032-ACD2-E9919A2F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F0A9-D7EB-A699-F39D-08D52971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9179CA-A50D-BB27-B03D-62C058E79DA7}"/>
              </a:ext>
            </a:extLst>
          </p:cNvPr>
          <p:cNvSpPr txBox="1"/>
          <p:nvPr/>
        </p:nvSpPr>
        <p:spPr>
          <a:xfrm>
            <a:off x="9696400" y="735437"/>
            <a:ext cx="2495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3353B7"/>
                </a:solidFill>
                <a:latin typeface="+mj-lt"/>
              </a:rPr>
              <a:t>8 - Q&amp;A</a:t>
            </a:r>
          </a:p>
        </p:txBody>
      </p:sp>
    </p:spTree>
    <p:extLst>
      <p:ext uri="{BB962C8B-B14F-4D97-AF65-F5344CB8AC3E}">
        <p14:creationId xmlns:p14="http://schemas.microsoft.com/office/powerpoint/2010/main" val="3730315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DE5C-BD1D-4FE2-D98D-180B814C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649E-A686-2CD5-4F59-5563B806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3075057"/>
            <a:ext cx="10369550" cy="647700"/>
          </a:xfrm>
        </p:spPr>
        <p:txBody>
          <a:bodyPr/>
          <a:lstStyle/>
          <a:p>
            <a:pPr algn="ctr"/>
            <a:r>
              <a:rPr lang="en-US" dirty="0"/>
              <a:t>Backup Slides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0EF2E-9466-0ACD-9864-A772035E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8F11-6CAB-49C4-9AE7-8D6370A609B8}" type="datetime1">
              <a:rPr lang="de-CH" noProof="0" smtClean="0"/>
              <a:t>19.01.2026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F19EF-5BA3-5DD7-7E79-F2A39406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Master Thesis </a:t>
            </a:r>
            <a:r>
              <a:rPr lang="en-US" dirty="0"/>
              <a:t>End Presentation</a:t>
            </a:r>
            <a:r>
              <a:rPr lang="en-US" noProof="0" dirty="0"/>
              <a:t> - Johanna Bieri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FFAEE-B9B2-1FCD-27F6-76B02BCC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Page </a:t>
            </a:r>
            <a:fld id="{9D46F3A4-F478-9440-BC8E-B732027F4C86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9838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30AD1B9-831E-360A-FE0D-5E30DD2A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862B-76DA-450E-BAD0-63E4287DFAA3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65CDC3-240F-F728-56CE-F9CE7EF8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D46CED-D684-CEC3-C05B-D2C77D5A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22</a:t>
            </a:fld>
            <a:endParaRPr lang="de-CH" dirty="0"/>
          </a:p>
        </p:txBody>
      </p:sp>
      <p:pic>
        <p:nvPicPr>
          <p:cNvPr id="13" name="Inhaltsplatzhalter 1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98C8AB3-C3AF-50FE-1EAA-A9E91E6F533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811656" y="2492896"/>
            <a:ext cx="2417663" cy="2520280"/>
          </a:xfrm>
        </p:spPr>
      </p:pic>
      <p:pic>
        <p:nvPicPr>
          <p:cNvPr id="17" name="Inhaltsplatzhalter 16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25A7A99-1B37-BFB4-9A58-57E3C1F9BCC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/>
          <a:stretch>
            <a:fillRect/>
          </a:stretch>
        </p:blipFill>
        <p:spPr>
          <a:xfrm>
            <a:off x="3229319" y="2474763"/>
            <a:ext cx="2418305" cy="2520950"/>
          </a:xfrm>
        </p:spPr>
      </p:pic>
      <p:pic>
        <p:nvPicPr>
          <p:cNvPr id="19" name="Inhaltsplatzhalter 18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D21E7EE6-ED9A-E463-5AC0-11A59A5A8AE1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5"/>
          <a:stretch>
            <a:fillRect/>
          </a:stretch>
        </p:blipFill>
        <p:spPr>
          <a:xfrm>
            <a:off x="5647624" y="2468984"/>
            <a:ext cx="2418305" cy="2520950"/>
          </a:xfrm>
        </p:spPr>
      </p:pic>
      <p:pic>
        <p:nvPicPr>
          <p:cNvPr id="21" name="Inhaltsplatzhalter 20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379387C-F827-78E1-A065-1B2EA162517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6"/>
          <a:stretch>
            <a:fillRect/>
          </a:stretch>
        </p:blipFill>
        <p:spPr>
          <a:xfrm>
            <a:off x="8544272" y="2474763"/>
            <a:ext cx="2435057" cy="2538413"/>
          </a:xfr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FE6333B0-A327-B5A0-AA73-1DB68842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1: Samsung Interference-free Dataset (Group 3)</a:t>
            </a:r>
            <a:br>
              <a:rPr lang="en-US" dirty="0"/>
            </a:br>
            <a:endParaRPr lang="en-US" dirty="0"/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F88D33A5-9048-AF66-6DE8-034429007B94}"/>
              </a:ext>
            </a:extLst>
          </p:cNvPr>
          <p:cNvSpPr txBox="1">
            <a:spLocks/>
          </p:cNvSpPr>
          <p:nvPr/>
        </p:nvSpPr>
        <p:spPr bwMode="auto">
          <a:xfrm>
            <a:off x="2414108" y="1909664"/>
            <a:ext cx="4048726" cy="432394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8A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sz="2000" kern="0" dirty="0">
                <a:solidFill>
                  <a:schemeClr val="tx1"/>
                </a:solidFill>
              </a:rPr>
              <a:t>KMeans / BisectingKMeans</a:t>
            </a:r>
            <a:br>
              <a:rPr lang="en-US" kern="0" dirty="0"/>
            </a:br>
            <a:endParaRPr lang="en-US" kern="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BA6FDCF7-974F-CF07-DDDF-9E8F620540BA}"/>
              </a:ext>
            </a:extLst>
          </p:cNvPr>
          <p:cNvSpPr txBox="1">
            <a:spLocks/>
          </p:cNvSpPr>
          <p:nvPr/>
        </p:nvSpPr>
        <p:spPr bwMode="auto">
          <a:xfrm>
            <a:off x="9402167" y="1909664"/>
            <a:ext cx="1181993" cy="432394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8A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sz="2000" kern="0" dirty="0">
                <a:solidFill>
                  <a:schemeClr val="tx1"/>
                </a:solidFill>
              </a:rPr>
              <a:t>Birch</a:t>
            </a:r>
            <a:br>
              <a:rPr lang="en-US" kern="0" dirty="0"/>
            </a:br>
            <a:endParaRPr lang="en-US" kern="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EF94695-0349-F61A-0D12-49A30C56785D}"/>
              </a:ext>
            </a:extLst>
          </p:cNvPr>
          <p:cNvSpPr txBox="1"/>
          <p:nvPr/>
        </p:nvSpPr>
        <p:spPr>
          <a:xfrm>
            <a:off x="918150" y="5307651"/>
            <a:ext cx="92172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The Smart Tag and Buds formed tight cluster and were 100% correctly assigned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The more numerous phone samples were fragmented and not all correctly assigned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423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8793BA-1C9F-49E5-6D65-CCFB128D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B115-B328-477D-86A2-600EEF4BD68F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5DAEF0-11D1-ED27-A416-B5C72083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C9969C-2BAB-A29D-3AA4-1AE2BFF2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9D46F3A4-F478-9440-BC8E-B732027F4C86}" type="slidenum">
              <a:rPr lang="de-CH" smtClean="0"/>
              <a:pPr/>
              <a:t>23</a:t>
            </a:fld>
            <a:endParaRPr lang="de-CH" dirty="0"/>
          </a:p>
        </p:txBody>
      </p:sp>
      <p:pic>
        <p:nvPicPr>
          <p:cNvPr id="12" name="Inhaltsplatzhalter 11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1EA4872-3FEF-7D1E-68DF-8588B934B20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823132" y="2134466"/>
            <a:ext cx="3273399" cy="3384550"/>
          </a:xfrm>
        </p:spPr>
      </p:pic>
      <p:pic>
        <p:nvPicPr>
          <p:cNvPr id="14" name="Inhaltsplatzhalter 13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30442C5C-F8E8-6CB3-1DB1-A0CD109FF6C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/>
          <a:stretch>
            <a:fillRect/>
          </a:stretch>
        </p:blipFill>
        <p:spPr>
          <a:xfrm>
            <a:off x="4474382" y="2134466"/>
            <a:ext cx="3273399" cy="3384550"/>
          </a:xfrm>
        </p:spPr>
      </p:pic>
      <p:pic>
        <p:nvPicPr>
          <p:cNvPr id="16" name="Inhaltsplatzhalter 1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AC7A387-7A98-EAB6-2C1A-F328A0E8B35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tretch>
            <a:fillRect/>
          </a:stretch>
        </p:blipFill>
        <p:spPr>
          <a:xfrm>
            <a:off x="8104201" y="2132878"/>
            <a:ext cx="3273399" cy="3384550"/>
          </a:xfr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6AE11EFE-2B37-D116-3CA2-4A3A27A3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5" y="1196406"/>
            <a:ext cx="10369550" cy="432394"/>
          </a:xfrm>
        </p:spPr>
        <p:txBody>
          <a:bodyPr/>
          <a:lstStyle/>
          <a:p>
            <a:r>
              <a:rPr lang="en-US" dirty="0"/>
              <a:t>Experiment 2: Apple Interference-free Dataset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2DEF02A-D7AA-7C3D-3D99-268322D7CB30}"/>
              </a:ext>
            </a:extLst>
          </p:cNvPr>
          <p:cNvSpPr txBox="1"/>
          <p:nvPr/>
        </p:nvSpPr>
        <p:spPr>
          <a:xfrm>
            <a:off x="911225" y="5739353"/>
            <a:ext cx="95412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All three clustering algorithms can perfectly recover the device cluster of the Apple target group</a:t>
            </a:r>
            <a:endParaRPr lang="en-US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756828E-02ED-2C23-CD96-117E0CF766C2}"/>
              </a:ext>
            </a:extLst>
          </p:cNvPr>
          <p:cNvSpPr txBox="1"/>
          <p:nvPr/>
        </p:nvSpPr>
        <p:spPr>
          <a:xfrm>
            <a:off x="3773023" y="1701549"/>
            <a:ext cx="4645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KMeans / Birch / BisectingKMeans</a:t>
            </a:r>
          </a:p>
        </p:txBody>
      </p:sp>
    </p:spTree>
    <p:extLst>
      <p:ext uri="{BB962C8B-B14F-4D97-AF65-F5344CB8AC3E}">
        <p14:creationId xmlns:p14="http://schemas.microsoft.com/office/powerpoint/2010/main" val="3113394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393B5-1048-D263-11DD-B4AF431E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Joel Meier’s results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692A2D-FBEB-3E66-039C-60C89D2A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EFC4-3C4D-422A-8DB3-0DFB64049CAB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078330-F719-80B7-CD21-BA12FD35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992145-376D-040D-EFF9-DC975312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Seite </a:t>
            </a:r>
            <a:fld id="{25BB1AB0-9216-5944-841B-2A7418D2F24D}" type="slidenum">
              <a:rPr lang="de-CH" smtClean="0"/>
              <a:pPr/>
              <a:t>24</a:t>
            </a:fld>
            <a:endParaRPr lang="de-CH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B897CB6-A8C3-D67D-FCA7-0426FFB6D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440151"/>
              </p:ext>
            </p:extLst>
          </p:nvPr>
        </p:nvGraphicFramePr>
        <p:xfrm>
          <a:off x="911225" y="2093232"/>
          <a:ext cx="871316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029">
                  <a:extLst>
                    <a:ext uri="{9D8B030D-6E8A-4147-A177-3AD203B41FA5}">
                      <a16:colId xmlns:a16="http://schemas.microsoft.com/office/drawing/2014/main" val="1437910473"/>
                    </a:ext>
                  </a:extLst>
                </a:gridCol>
                <a:gridCol w="2259237">
                  <a:extLst>
                    <a:ext uri="{9D8B030D-6E8A-4147-A177-3AD203B41FA5}">
                      <a16:colId xmlns:a16="http://schemas.microsoft.com/office/drawing/2014/main" val="342790739"/>
                    </a:ext>
                  </a:extLst>
                </a:gridCol>
                <a:gridCol w="1627501">
                  <a:extLst>
                    <a:ext uri="{9D8B030D-6E8A-4147-A177-3AD203B41FA5}">
                      <a16:colId xmlns:a16="http://schemas.microsoft.com/office/drawing/2014/main" val="373093197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083682182"/>
                    </a:ext>
                  </a:extLst>
                </a:gridCol>
                <a:gridCol w="2016225">
                  <a:extLst>
                    <a:ext uri="{9D8B030D-6E8A-4147-A177-3AD203B41FA5}">
                      <a16:colId xmlns:a16="http://schemas.microsoft.com/office/drawing/2014/main" val="35894206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Samsung High-Density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Apple </a:t>
                      </a:r>
                      <a:br>
                        <a:rPr lang="en-US" dirty="0"/>
                      </a:br>
                      <a:r>
                        <a:rPr lang="en-US" dirty="0"/>
                        <a:t>High-Density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5888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Joel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Johanna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80026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89.89%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434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96.61%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75.99%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56.07%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237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8850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94.98%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6299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86.22%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63.95%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62.02%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199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91758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88.39%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98.00%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4299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95.11%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87.71%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52.31%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247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86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853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21A648-2521-ADBD-9C9C-6CFD4CB9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Samsung vs. Apple supervised results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02BE4C-B4EC-8353-0B1E-BC0F4EC7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EFC4-3C4D-422A-8DB3-0DFB64049CAB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C7B49C-60AA-BFE0-871D-4F7F8B19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2425E7-0257-0B96-9C92-17209FD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Seite </a:t>
            </a:r>
            <a:fld id="{25BB1AB0-9216-5944-841B-2A7418D2F24D}" type="slidenum">
              <a:rPr lang="de-CH" smtClean="0"/>
              <a:pPr/>
              <a:t>25</a:t>
            </a:fld>
            <a:endParaRPr lang="de-CH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D714F0AD-D1A2-6A6D-8A30-D82848355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075484"/>
              </p:ext>
            </p:extLst>
          </p:nvPr>
        </p:nvGraphicFramePr>
        <p:xfrm>
          <a:off x="911224" y="2093232"/>
          <a:ext cx="1044136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336">
                  <a:extLst>
                    <a:ext uri="{9D8B030D-6E8A-4147-A177-3AD203B41FA5}">
                      <a16:colId xmlns:a16="http://schemas.microsoft.com/office/drawing/2014/main" val="1437910473"/>
                    </a:ext>
                  </a:extLst>
                </a:gridCol>
                <a:gridCol w="2256116">
                  <a:extLst>
                    <a:ext uri="{9D8B030D-6E8A-4147-A177-3AD203B41FA5}">
                      <a16:colId xmlns:a16="http://schemas.microsoft.com/office/drawing/2014/main" val="342790739"/>
                    </a:ext>
                  </a:extLst>
                </a:gridCol>
                <a:gridCol w="1740227">
                  <a:extLst>
                    <a:ext uri="{9D8B030D-6E8A-4147-A177-3AD203B41FA5}">
                      <a16:colId xmlns:a16="http://schemas.microsoft.com/office/drawing/2014/main" val="3248468512"/>
                    </a:ext>
                  </a:extLst>
                </a:gridCol>
                <a:gridCol w="1740227">
                  <a:extLst>
                    <a:ext uri="{9D8B030D-6E8A-4147-A177-3AD203B41FA5}">
                      <a16:colId xmlns:a16="http://schemas.microsoft.com/office/drawing/2014/main" val="3541499191"/>
                    </a:ext>
                  </a:extLst>
                </a:gridCol>
                <a:gridCol w="1740227">
                  <a:extLst>
                    <a:ext uri="{9D8B030D-6E8A-4147-A177-3AD203B41FA5}">
                      <a16:colId xmlns:a16="http://schemas.microsoft.com/office/drawing/2014/main" val="3730931973"/>
                    </a:ext>
                  </a:extLst>
                </a:gridCol>
                <a:gridCol w="1740227">
                  <a:extLst>
                    <a:ext uri="{9D8B030D-6E8A-4147-A177-3AD203B41FA5}">
                      <a16:colId xmlns:a16="http://schemas.microsoft.com/office/drawing/2014/main" val="308368218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Isolated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High-Density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5888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80026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434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75.99%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56.07%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237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8850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96.12%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6299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63.95%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62.02%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199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96.12%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91758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98.00%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4299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Recall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87.71%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52.31%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247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tx2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99.43%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86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748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03AEA-7698-04E5-1C57-834C015E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Samsung vs. Apple unsupervised results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29D299-DC24-1447-F3DB-469E3F82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EFC4-3C4D-422A-8DB3-0DFB64049CAB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B88C54-F7B3-C430-5D47-F57A93E6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8588CA-BD43-3F52-232A-6F36FEA9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Seite </a:t>
            </a:r>
            <a:fld id="{25BB1AB0-9216-5944-841B-2A7418D2F24D}" type="slidenum">
              <a:rPr lang="de-CH" smtClean="0"/>
              <a:pPr/>
              <a:t>26</a:t>
            </a:fld>
            <a:endParaRPr lang="de-CH" dirty="0"/>
          </a:p>
        </p:txBody>
      </p:sp>
      <p:pic>
        <p:nvPicPr>
          <p:cNvPr id="7" name="Grafik 6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98F8FBFA-4758-C5C0-C475-5709E085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214" y="2132856"/>
            <a:ext cx="9263592" cy="201952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AE99E9C-B912-3B3E-8BDD-0BF25E9CDE55}"/>
              </a:ext>
            </a:extLst>
          </p:cNvPr>
          <p:cNvSpPr txBox="1"/>
          <p:nvPr/>
        </p:nvSpPr>
        <p:spPr>
          <a:xfrm>
            <a:off x="3863752" y="1805771"/>
            <a:ext cx="309634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Samsung high-density dataset</a:t>
            </a:r>
          </a:p>
        </p:txBody>
      </p:sp>
      <p:pic>
        <p:nvPicPr>
          <p:cNvPr id="10" name="Grafik 9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8FB02FE8-3A41-3CF1-0E9D-555FB3E25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214" y="4502551"/>
            <a:ext cx="9263592" cy="197692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98C0773-9FB2-200D-485F-42A498DEDD21}"/>
              </a:ext>
            </a:extLst>
          </p:cNvPr>
          <p:cNvSpPr txBox="1"/>
          <p:nvPr/>
        </p:nvSpPr>
        <p:spPr>
          <a:xfrm>
            <a:off x="4007768" y="4165198"/>
            <a:ext cx="309634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 high-density dataset</a:t>
            </a:r>
          </a:p>
        </p:txBody>
      </p:sp>
    </p:spTree>
    <p:extLst>
      <p:ext uri="{BB962C8B-B14F-4D97-AF65-F5344CB8AC3E}">
        <p14:creationId xmlns:p14="http://schemas.microsoft.com/office/powerpoint/2010/main" val="3218197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9A8706-08C5-2801-7D71-53C1184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List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AAEAFB-F1B7-F7A8-08D6-EBD4386A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DC3C2-0E0E-4D18-BE18-616D8DC876DC}" type="datetime1">
              <a:rPr lang="de-CH" smtClean="0"/>
              <a:t>19.01.2026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3EBAE-6BEB-7463-4119-A95410D88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Master Thesis </a:t>
            </a:r>
            <a:r>
              <a:rPr lang="en-US" noProof="0"/>
              <a:t>End Presentation</a:t>
            </a:r>
            <a:r>
              <a:rPr lang="de-CH"/>
              <a:t> - Johanna Bieri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FB9EBD-735D-79C6-F6C1-48938634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CH"/>
              <a:t>Page </a:t>
            </a:r>
            <a:fld id="{1C5791B1-6579-0B4D-B06F-613121D36EDE}" type="slidenum">
              <a:rPr lang="de-CH" smtClean="0"/>
              <a:pPr/>
              <a:t>27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8FF572A-1AAD-1A92-8CFD-DE6FDD78E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13" y="1268415"/>
            <a:ext cx="4300575" cy="51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49413"/>
      </p:ext>
    </p:extLst>
  </p:cSld>
  <p:clrMapOvr>
    <a:masterClrMapping/>
  </p:clrMapOvr>
</p:sld>
</file>

<file path=ppt/theme/theme1.xml><?xml version="1.0" encoding="utf-8"?>
<a:theme xmlns:a="http://schemas.openxmlformats.org/drawingml/2006/main" name="UZH">
  <a:themeElements>
    <a:clrScheme name="UZH">
      <a:dk1>
        <a:srgbClr val="000000"/>
      </a:dk1>
      <a:lt1>
        <a:srgbClr val="FFFFFF"/>
      </a:lt1>
      <a:dk2>
        <a:srgbClr val="DADEE2"/>
      </a:dk2>
      <a:lt2>
        <a:srgbClr val="FEDC00"/>
      </a:lt2>
      <a:accent1>
        <a:srgbClr val="0028A5"/>
      </a:accent1>
      <a:accent2>
        <a:srgbClr val="A3ADB7"/>
      </a:accent2>
      <a:accent3>
        <a:srgbClr val="DC6027"/>
      </a:accent3>
      <a:accent4>
        <a:srgbClr val="0B82A0"/>
      </a:accent4>
      <a:accent5>
        <a:srgbClr val="2A7F60"/>
      </a:accent5>
      <a:accent6>
        <a:srgbClr val="91C34A"/>
      </a:accent6>
      <a:hlink>
        <a:srgbClr val="DC6027"/>
      </a:hlink>
      <a:folHlink>
        <a:srgbClr val="000000"/>
      </a:folHlink>
    </a:clrScheme>
    <a:fontScheme name="Office-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UZH">
        <a:dk1>
          <a:srgbClr val="000000"/>
        </a:dk1>
        <a:lt1>
          <a:srgbClr val="FFFFFF"/>
        </a:lt1>
        <a:dk2>
          <a:srgbClr val="DADEE2"/>
        </a:dk2>
        <a:lt2>
          <a:srgbClr val="FEDC00"/>
        </a:lt2>
        <a:accent1>
          <a:srgbClr val="0028A5"/>
        </a:accent1>
        <a:accent2>
          <a:srgbClr val="A3ADB7"/>
        </a:accent2>
        <a:accent3>
          <a:srgbClr val="DC6027"/>
        </a:accent3>
        <a:accent4>
          <a:srgbClr val="0B82A0"/>
        </a:accent4>
        <a:accent5>
          <a:srgbClr val="2A7F60"/>
        </a:accent5>
        <a:accent6>
          <a:srgbClr val="91C34A"/>
        </a:accent6>
        <a:hlink>
          <a:srgbClr val="DC6027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lau 100%">
      <a:srgbClr val="0028A5"/>
    </a:custClr>
    <a:custClr name="Grau 100%">
      <a:srgbClr val="A3ADB7"/>
    </a:custClr>
    <a:custClr name="Ockerrot 100%">
      <a:srgbClr val="DC6027"/>
    </a:custClr>
    <a:custClr name="Türkis 100%">
      <a:srgbClr val="0B82A0"/>
    </a:custClr>
    <a:custClr name="Flaschengrün 100%">
      <a:srgbClr val="2A7F62"/>
    </a:custClr>
    <a:custClr name="Lindengrün 100%">
      <a:srgbClr val="91C34A"/>
    </a:custClr>
    <a:custClr name="Warmgelb 100%">
      <a:srgbClr val="FEDE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80%">
      <a:srgbClr val="3353B7"/>
    </a:custClr>
    <a:custClr name="Grau 80%">
      <a:srgbClr val="B5BDC5"/>
    </a:custClr>
    <a:custClr name="Ockerrot 80%">
      <a:srgbClr val="E38052"/>
    </a:custClr>
    <a:custClr name="Türkis 80%">
      <a:srgbClr val="3C9FB6"/>
    </a:custClr>
    <a:custClr name="Flaschengrün 80%">
      <a:srgbClr val="569D85"/>
    </a:custClr>
    <a:custClr name="Lindengrün 80%">
      <a:srgbClr val="AAD470"/>
    </a:custClr>
    <a:custClr name="Warmgelb 80%">
      <a:srgbClr val="FBE65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60%">
      <a:srgbClr val="667EC9"/>
    </a:custClr>
    <a:custClr name="Grau 60%">
      <a:srgbClr val="C8CED4"/>
    </a:custClr>
    <a:custClr name="Ockerrot 60%">
      <a:srgbClr val="EAA07D"/>
    </a:custClr>
    <a:custClr name="Türkis 60%">
      <a:srgbClr val="6BB7C7"/>
    </a:custClr>
    <a:custClr name="Flaschengrün 60%">
      <a:srgbClr val="80B6A4"/>
    </a:custClr>
    <a:custClr name="Lindengrün 60%">
      <a:srgbClr val="BFDF94"/>
    </a:custClr>
    <a:custClr name="Warmgelb 60%">
      <a:srgbClr val="FCEC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40%">
      <a:srgbClr val="99A9DB"/>
    </a:custClr>
    <a:custClr name="Grau 40%">
      <a:srgbClr val="DADEE2"/>
    </a:custClr>
    <a:custClr name="Ockerrot 40%">
      <a:srgbClr val="F1BFA9"/>
    </a:custClr>
    <a:custClr name="Türkis 40%">
      <a:srgbClr val="ABCEC2"/>
    </a:custClr>
    <a:custClr name="Flaschengrün 40%">
      <a:srgbClr val="ABCEC2"/>
    </a:custClr>
    <a:custClr name="Lindengrün 40%">
      <a:srgbClr val="D5E9B7"/>
    </a:custClr>
    <a:custClr name="Warmgelb 40%">
      <a:srgbClr val="FDF3A8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20%">
      <a:srgbClr val="CCD4ED"/>
    </a:custClr>
    <a:custClr name="Grau 20%">
      <a:srgbClr val="EDEFF1"/>
    </a:custClr>
    <a:custClr name="Ockerrot 20%">
      <a:srgbClr val="F8DFD4"/>
    </a:custClr>
    <a:custClr name="Türkis 20%">
      <a:srgbClr val="CFE8EC"/>
    </a:custClr>
    <a:custClr name="Flaschengrün 20%">
      <a:srgbClr val="D5E7E1"/>
    </a:custClr>
    <a:custClr name="Lindengrün 20%">
      <a:srgbClr val="EAF4DB"/>
    </a:custClr>
    <a:custClr name="Warmgelb 20%">
      <a:srgbClr val="FEF9D3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uzh_praesentation_d.potx" id="{67891CA6-A60A-47A9-9A5B-B1F18C651C53}" vid="{09CBD7FB-EA4D-412D-B9FE-37E9028065E1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uzh_praesentation_16-9_d</Template>
  <TotalTime>0</TotalTime>
  <Words>1462</Words>
  <Application>Microsoft Office PowerPoint</Application>
  <PresentationFormat>Breitbild</PresentationFormat>
  <Paragraphs>366</Paragraphs>
  <Slides>27</Slides>
  <Notes>26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Arial</vt:lpstr>
      <vt:lpstr>Arial Nova Light</vt:lpstr>
      <vt:lpstr>Wingdings</vt:lpstr>
      <vt:lpstr>UZH</vt:lpstr>
      <vt:lpstr>Scalable BLE Cluster Fingerprinting for High-Density IoT Environments</vt:lpstr>
      <vt:lpstr>Content</vt:lpstr>
      <vt:lpstr>Thesis Motivation and Goals</vt:lpstr>
      <vt:lpstr>Target Groups</vt:lpstr>
      <vt:lpstr>Data and Labeling</vt:lpstr>
      <vt:lpstr>Model Selection</vt:lpstr>
      <vt:lpstr>Experiment 1: Samsung Ecosystem (RQ1)</vt:lpstr>
      <vt:lpstr>Experiment 1: Samsung Interference-free Dataset (Group 3) </vt:lpstr>
      <vt:lpstr>Experiment 1: Samsung High-density Dataset (Group 3) </vt:lpstr>
      <vt:lpstr>Experiment 1: Samsung High-density Dataset (Group 3) </vt:lpstr>
      <vt:lpstr>Experiment 2: Apple Ecosystem (RQ2)</vt:lpstr>
      <vt:lpstr>Experiment 2: Apple Interference-free Dataset (Samsung-trained Models) </vt:lpstr>
      <vt:lpstr>Experiment 2: Apple Interference-free Dataset (Apple-trained Models)</vt:lpstr>
      <vt:lpstr>Experiment 2: Apple High-density Dataset (Apple-trained Models)</vt:lpstr>
      <vt:lpstr>Experiment 2 - Apple High-density Dataset  </vt:lpstr>
      <vt:lpstr>Experiment 3: Target Group Size (RQ3)</vt:lpstr>
      <vt:lpstr>Experiment 3: Target Group Size </vt:lpstr>
      <vt:lpstr>Conclusions</vt:lpstr>
      <vt:lpstr>Future Work</vt:lpstr>
      <vt:lpstr>Thank you for your attention. Questions and feedback are welcome.</vt:lpstr>
      <vt:lpstr>Backup Slides</vt:lpstr>
      <vt:lpstr>Experiment 1: Samsung Interference-free Dataset (Group 3) </vt:lpstr>
      <vt:lpstr>Experiment 2: Apple Interference-free Dataset </vt:lpstr>
      <vt:lpstr>Comparison to Joel Meier’s results</vt:lpstr>
      <vt:lpstr>Samsung vs. Apple supervised results</vt:lpstr>
      <vt:lpstr>Samsung vs. Apple unsupervised results</vt:lpstr>
      <vt:lpstr>Feature 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subject/>
  <dc:creator>Microsoft Office User</dc:creator>
  <cp:keywords/>
  <dc:description>Vorlage uzh_praesentationen_16:9_d MSO2016 v3 11.02.2016</dc:description>
  <cp:lastModifiedBy>Johanna Bieri</cp:lastModifiedBy>
  <cp:revision>138</cp:revision>
  <dcterms:created xsi:type="dcterms:W3CDTF">2018-11-13T11:12:03Z</dcterms:created>
  <dcterms:modified xsi:type="dcterms:W3CDTF">2026-01-19T14:38:38Z</dcterms:modified>
  <cp:category/>
</cp:coreProperties>
</file>